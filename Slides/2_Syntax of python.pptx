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256" r:id="rId2"/>
    <p:sldId id="321" r:id="rId3"/>
    <p:sldId id="283" r:id="rId4"/>
    <p:sldId id="259" r:id="rId5"/>
    <p:sldId id="285" r:id="rId6"/>
    <p:sldId id="260" r:id="rId7"/>
    <p:sldId id="329" r:id="rId8"/>
    <p:sldId id="330" r:id="rId9"/>
    <p:sldId id="331" r:id="rId10"/>
    <p:sldId id="326" r:id="rId11"/>
    <p:sldId id="335" r:id="rId12"/>
    <p:sldId id="336" r:id="rId13"/>
    <p:sldId id="328" r:id="rId14"/>
    <p:sldId id="334" r:id="rId15"/>
    <p:sldId id="333" r:id="rId16"/>
    <p:sldId id="332" r:id="rId17"/>
    <p:sldId id="262" r:id="rId18"/>
    <p:sldId id="337" r:id="rId19"/>
    <p:sldId id="261" r:id="rId20"/>
    <p:sldId id="319" r:id="rId21"/>
    <p:sldId id="289" r:id="rId22"/>
    <p:sldId id="281" r:id="rId23"/>
    <p:sldId id="277" r:id="rId24"/>
    <p:sldId id="320" r:id="rId25"/>
    <p:sldId id="339" r:id="rId26"/>
    <p:sldId id="338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522D709-B0FC-43CF-A9ED-F8F62E38B5FB}" v="1" dt="2026-08-21T06:09:21.662"/>
  </p1510:revLst>
</p1510:revInfo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54" autoAdjust="0"/>
    <p:restoredTop sz="94694"/>
  </p:normalViewPr>
  <p:slideViewPr>
    <p:cSldViewPr snapToGrid="0">
      <p:cViewPr varScale="1">
        <p:scale>
          <a:sx n="83" d="100"/>
          <a:sy n="83" d="100"/>
        </p:scale>
        <p:origin x="504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oja Vajpayee" userId="5b87b0fd92f11293" providerId="LiveId" clId="{0501A310-59F1-4F20-8912-C0936825A972}"/>
    <pc:docChg chg="undo custSel modSld">
      <pc:chgData name="Pooja Vajpayee" userId="5b87b0fd92f11293" providerId="LiveId" clId="{0501A310-59F1-4F20-8912-C0936825A972}" dt="2026-08-21T06:09:21.662" v="51"/>
      <pc:docMkLst>
        <pc:docMk/>
      </pc:docMkLst>
      <pc:sldChg chg="modSp mod">
        <pc:chgData name="Pooja Vajpayee" userId="5b87b0fd92f11293" providerId="LiveId" clId="{0501A310-59F1-4F20-8912-C0936825A972}" dt="2026-08-21T06:09:21.662" v="51"/>
        <pc:sldMkLst>
          <pc:docMk/>
          <pc:sldMk cId="2827898987" sldId="256"/>
        </pc:sldMkLst>
        <pc:spChg chg="mod">
          <ac:chgData name="Pooja Vajpayee" userId="5b87b0fd92f11293" providerId="LiveId" clId="{0501A310-59F1-4F20-8912-C0936825A972}" dt="2026-08-21T06:09:21.662" v="51"/>
          <ac:spMkLst>
            <pc:docMk/>
            <pc:sldMk cId="2827898987" sldId="256"/>
            <ac:spMk id="2" creationId="{52B4841D-4109-20CB-B253-8EF7C080604D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DFBD6BAB-0140-48B9-9073-E08FDCB01885}">
      <dgm:prSet/>
      <dgm:spPr/>
      <dgm:t>
        <a:bodyPr/>
        <a:lstStyle/>
        <a:p>
          <a:r>
            <a:rPr lang="en-US" dirty="0"/>
            <a:t>LO1: Understand basic Python syntax rules</a:t>
          </a:r>
        </a:p>
      </dgm:t>
    </dgm:pt>
    <dgm:pt modelId="{A7069F57-F0E9-4BC0-BE1B-B8F059C9E5B6}" type="parTrans" cxnId="{32A129EE-3813-43B6-AF53-E9A6D3182FA2}">
      <dgm:prSet/>
      <dgm:spPr/>
      <dgm:t>
        <a:bodyPr/>
        <a:lstStyle/>
        <a:p>
          <a:endParaRPr lang="en-US"/>
        </a:p>
      </dgm:t>
    </dgm:pt>
    <dgm:pt modelId="{0715BA3E-6351-4C71-A2A0-855403651045}" type="sibTrans" cxnId="{32A129EE-3813-43B6-AF53-E9A6D3182FA2}">
      <dgm:prSet/>
      <dgm:spPr/>
      <dgm:t>
        <a:bodyPr/>
        <a:lstStyle/>
        <a:p>
          <a:endParaRPr lang="en-US"/>
        </a:p>
      </dgm:t>
    </dgm:pt>
    <dgm:pt modelId="{25E3CD13-C407-114D-8662-0B2372875E08}">
      <dgm:prSet/>
      <dgm:spPr/>
      <dgm:t>
        <a:bodyPr/>
        <a:lstStyle/>
        <a:p>
          <a:pPr>
            <a:buFont typeface="+mj-lt"/>
            <a:buAutoNum type="arabicPeriod"/>
          </a:pPr>
          <a:r>
            <a:rPr lang="en-US" dirty="0"/>
            <a:t>LO2: Write and </a:t>
          </a:r>
          <a:r>
            <a:rPr lang="en-IN" dirty="0"/>
            <a:t>Run Python programs </a:t>
          </a:r>
        </a:p>
      </dgm:t>
    </dgm:pt>
    <dgm:pt modelId="{8EBC35F6-4665-2C4A-9119-2DE1F215865D}" type="parTrans" cxnId="{E3B1383E-11CF-B34A-B396-5DAB1C62B575}">
      <dgm:prSet/>
      <dgm:spPr/>
      <dgm:t>
        <a:bodyPr/>
        <a:lstStyle/>
        <a:p>
          <a:endParaRPr lang="en-GB"/>
        </a:p>
      </dgm:t>
    </dgm:pt>
    <dgm:pt modelId="{0E063CA3-47E2-E74D-9B1B-F79214145703}" type="sibTrans" cxnId="{E3B1383E-11CF-B34A-B396-5DAB1C62B575}">
      <dgm:prSet/>
      <dgm:spPr/>
      <dgm:t>
        <a:bodyPr/>
        <a:lstStyle/>
        <a:p>
          <a:endParaRPr lang="en-GB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  <dgm:pt modelId="{C06F9ED5-0663-4153-B968-F44F84B2C524}" type="pres">
      <dgm:prSet presAssocID="{B7ED251F-A7A3-4D25-B004-4241BE03EDC3}" presName="TwoNodes_1" presStyleLbl="node1" presStyleIdx="0" presStyleCnt="2">
        <dgm:presLayoutVars>
          <dgm:bulletEnabled val="1"/>
        </dgm:presLayoutVars>
      </dgm:prSet>
      <dgm:spPr/>
    </dgm:pt>
    <dgm:pt modelId="{88E02256-15CA-48CB-ACF3-43AFB6B0E146}" type="pres">
      <dgm:prSet presAssocID="{B7ED251F-A7A3-4D25-B004-4241BE03EDC3}" presName="TwoNodes_2" presStyleLbl="node1" presStyleIdx="1" presStyleCnt="2" custLinFactNeighborX="661" custLinFactNeighborY="375">
        <dgm:presLayoutVars>
          <dgm:bulletEnabled val="1"/>
        </dgm:presLayoutVars>
      </dgm:prSet>
      <dgm:spPr/>
    </dgm:pt>
    <dgm:pt modelId="{043BE99A-15CA-4C5F-9500-C9D42B8ED318}" type="pres">
      <dgm:prSet presAssocID="{B7ED251F-A7A3-4D25-B004-4241BE03EDC3}" presName="TwoConn_1-2" presStyleLbl="fgAccFollowNode1" presStyleIdx="0" presStyleCnt="1">
        <dgm:presLayoutVars>
          <dgm:bulletEnabled val="1"/>
        </dgm:presLayoutVars>
      </dgm:prSet>
      <dgm:spPr/>
    </dgm:pt>
    <dgm:pt modelId="{BCA40CC6-A915-486B-9783-0E5DABC4A44B}" type="pres">
      <dgm:prSet presAssocID="{B7ED251F-A7A3-4D25-B004-4241BE03EDC3}" presName="TwoNodes_1_text" presStyleLbl="node1" presStyleIdx="1" presStyleCnt="2">
        <dgm:presLayoutVars>
          <dgm:bulletEnabled val="1"/>
        </dgm:presLayoutVars>
      </dgm:prSet>
      <dgm:spPr/>
    </dgm:pt>
    <dgm:pt modelId="{52D435F1-DCA4-4B94-B5F2-833AA14DD376}" type="pres">
      <dgm:prSet presAssocID="{B7ED251F-A7A3-4D25-B004-4241BE03EDC3}" presName="TwoNodes_2_text" presStyleLbl="node1" presStyleIdx="1" presStyleCnt="2">
        <dgm:presLayoutVars>
          <dgm:bulletEnabled val="1"/>
        </dgm:presLayoutVars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DEC7FD26-2E07-4514-8090-7350E79942D4}" type="presOf" srcId="{0715BA3E-6351-4C71-A2A0-855403651045}" destId="{043BE99A-15CA-4C5F-9500-C9D42B8ED318}" srcOrd="0" destOrd="0" presId="urn:microsoft.com/office/officeart/2005/8/layout/vProcess5"/>
    <dgm:cxn modelId="{E3B1383E-11CF-B34A-B396-5DAB1C62B575}" srcId="{B7ED251F-A7A3-4D25-B004-4241BE03EDC3}" destId="{25E3CD13-C407-114D-8662-0B2372875E08}" srcOrd="1" destOrd="0" parTransId="{8EBC35F6-4665-2C4A-9119-2DE1F215865D}" sibTransId="{0E063CA3-47E2-E74D-9B1B-F79214145703}"/>
    <dgm:cxn modelId="{22184474-939B-43FE-B1DD-1253CBFF1898}" type="presOf" srcId="{DFBD6BAB-0140-48B9-9073-E08FDCB01885}" destId="{C06F9ED5-0663-4153-B968-F44F84B2C524}" srcOrd="0" destOrd="0" presId="urn:microsoft.com/office/officeart/2005/8/layout/vProcess5"/>
    <dgm:cxn modelId="{CA4C53A8-D152-F148-A3C4-8BDD4F6B449D}" type="presOf" srcId="{25E3CD13-C407-114D-8662-0B2372875E08}" destId="{88E02256-15CA-48CB-ACF3-43AFB6B0E146}" srcOrd="0" destOrd="0" presId="urn:microsoft.com/office/officeart/2005/8/layout/vProcess5"/>
    <dgm:cxn modelId="{E1100BBB-33D0-AB43-BD09-5C45F33F692B}" type="presOf" srcId="{25E3CD13-C407-114D-8662-0B2372875E08}" destId="{52D435F1-DCA4-4B94-B5F2-833AA14DD376}" srcOrd="1" destOrd="0" presId="urn:microsoft.com/office/officeart/2005/8/layout/vProcess5"/>
    <dgm:cxn modelId="{32A129EE-3813-43B6-AF53-E9A6D3182FA2}" srcId="{B7ED251F-A7A3-4D25-B004-4241BE03EDC3}" destId="{DFBD6BAB-0140-48B9-9073-E08FDCB01885}" srcOrd="0" destOrd="0" parTransId="{A7069F57-F0E9-4BC0-BE1B-B8F059C9E5B6}" sibTransId="{0715BA3E-6351-4C71-A2A0-855403651045}"/>
    <dgm:cxn modelId="{C10C38FF-9BA7-4DD1-9C83-634F61AA1A14}" type="presOf" srcId="{DFBD6BAB-0140-48B9-9073-E08FDCB01885}" destId="{BCA40CC6-A915-486B-9783-0E5DABC4A44B}" srcOrd="1" destOrd="0" presId="urn:microsoft.com/office/officeart/2005/8/layout/vProcess5"/>
    <dgm:cxn modelId="{61E78557-A66C-4CE5-B60F-73372A952247}" type="presParOf" srcId="{E218E0F1-97EC-4D60-8F4A-A6E21D910199}" destId="{353F2BDB-A1CE-4ECD-BC0F-35AD5A327550}" srcOrd="0" destOrd="0" presId="urn:microsoft.com/office/officeart/2005/8/layout/vProcess5"/>
    <dgm:cxn modelId="{50B56A0A-1B4B-4F48-B9F4-9B64994B5831}" type="presParOf" srcId="{E218E0F1-97EC-4D60-8F4A-A6E21D910199}" destId="{C06F9ED5-0663-4153-B968-F44F84B2C524}" srcOrd="1" destOrd="0" presId="urn:microsoft.com/office/officeart/2005/8/layout/vProcess5"/>
    <dgm:cxn modelId="{E5F2BDB2-A3E0-409D-B292-CB9C99F9483F}" type="presParOf" srcId="{E218E0F1-97EC-4D60-8F4A-A6E21D910199}" destId="{88E02256-15CA-48CB-ACF3-43AFB6B0E146}" srcOrd="2" destOrd="0" presId="urn:microsoft.com/office/officeart/2005/8/layout/vProcess5"/>
    <dgm:cxn modelId="{695DB8DA-A296-4A92-9E1F-1366F5EDEC41}" type="presParOf" srcId="{E218E0F1-97EC-4D60-8F4A-A6E21D910199}" destId="{043BE99A-15CA-4C5F-9500-C9D42B8ED318}" srcOrd="3" destOrd="0" presId="urn:microsoft.com/office/officeart/2005/8/layout/vProcess5"/>
    <dgm:cxn modelId="{0A1E2348-DBC4-4C6A-BCC1-B35AAE155E74}" type="presParOf" srcId="{E218E0F1-97EC-4D60-8F4A-A6E21D910199}" destId="{BCA40CC6-A915-486B-9783-0E5DABC4A44B}" srcOrd="4" destOrd="0" presId="urn:microsoft.com/office/officeart/2005/8/layout/vProcess5"/>
    <dgm:cxn modelId="{96A1AA4A-FFEC-4D2A-817B-E9DC426D2840}" type="presParOf" srcId="{E218E0F1-97EC-4D60-8F4A-A6E21D910199}" destId="{52D435F1-DCA4-4B94-B5F2-833AA14DD376}" srcOrd="5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64DB52A-CA4F-4852-B41E-6A1F43CC58F9}" type="doc">
      <dgm:prSet loTypeId="urn:microsoft.com/office/officeart/2008/layout/LinedList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C8BD7C71-8F1B-400D-96A3-6B553A93EB7F}">
      <dgm:prSet/>
      <dgm:spPr/>
      <dgm:t>
        <a:bodyPr/>
        <a:lstStyle/>
        <a:p>
          <a:r>
            <a:rPr lang="en-IN" dirty="0"/>
            <a:t>1. Python Syntax – Writing and Running</a:t>
          </a:r>
          <a:endParaRPr lang="en-US" dirty="0"/>
        </a:p>
      </dgm:t>
    </dgm:pt>
    <dgm:pt modelId="{BBCFB319-5299-4310-B646-22472DABF40A}" type="parTrans" cxnId="{942D76EB-4E8A-49F9-9193-131FE6139044}">
      <dgm:prSet/>
      <dgm:spPr/>
      <dgm:t>
        <a:bodyPr/>
        <a:lstStyle/>
        <a:p>
          <a:endParaRPr lang="en-US"/>
        </a:p>
      </dgm:t>
    </dgm:pt>
    <dgm:pt modelId="{AF1C4F3A-D240-4EB1-9ECB-2ED225CCC019}" type="sibTrans" cxnId="{942D76EB-4E8A-49F9-9193-131FE6139044}">
      <dgm:prSet/>
      <dgm:spPr/>
      <dgm:t>
        <a:bodyPr/>
        <a:lstStyle/>
        <a:p>
          <a:endParaRPr lang="en-US"/>
        </a:p>
      </dgm:t>
    </dgm:pt>
    <dgm:pt modelId="{311F9A05-A7F4-4328-B319-DBCDF0DF0E82}">
      <dgm:prSet/>
      <dgm:spPr/>
      <dgm:t>
        <a:bodyPr/>
        <a:lstStyle/>
        <a:p>
          <a:r>
            <a:rPr lang="en-IN" dirty="0"/>
            <a:t>2. Learning Outcomes</a:t>
          </a:r>
          <a:endParaRPr lang="en-US" dirty="0"/>
        </a:p>
      </dgm:t>
    </dgm:pt>
    <dgm:pt modelId="{23B85C74-2F21-4685-BD89-BB563657B099}" type="parTrans" cxnId="{6DCFA649-9D6E-469B-AACA-1BA847263E9A}">
      <dgm:prSet/>
      <dgm:spPr/>
      <dgm:t>
        <a:bodyPr/>
        <a:lstStyle/>
        <a:p>
          <a:endParaRPr lang="en-US"/>
        </a:p>
      </dgm:t>
    </dgm:pt>
    <dgm:pt modelId="{91F4A534-BBDE-4EB5-BAE5-EACEB7D0B868}" type="sibTrans" cxnId="{6DCFA649-9D6E-469B-AACA-1BA847263E9A}">
      <dgm:prSet/>
      <dgm:spPr/>
      <dgm:t>
        <a:bodyPr/>
        <a:lstStyle/>
        <a:p>
          <a:endParaRPr lang="en-US"/>
        </a:p>
      </dgm:t>
    </dgm:pt>
    <dgm:pt modelId="{81CB55E0-0FB6-485C-B15D-9BD278F78C6F}">
      <dgm:prSet/>
      <dgm:spPr/>
      <dgm:t>
        <a:bodyPr/>
        <a:lstStyle/>
        <a:p>
          <a:r>
            <a:rPr lang="en-IN" dirty="0"/>
            <a:t>3. Writing &amp; Running Program </a:t>
          </a:r>
          <a:endParaRPr lang="en-US" dirty="0"/>
        </a:p>
      </dgm:t>
    </dgm:pt>
    <dgm:pt modelId="{81E23C2F-5B75-4C87-B80F-F92D751EF2D3}" type="parTrans" cxnId="{B28E7539-702F-4403-B38C-CCE2EC9E181E}">
      <dgm:prSet/>
      <dgm:spPr/>
      <dgm:t>
        <a:bodyPr/>
        <a:lstStyle/>
        <a:p>
          <a:endParaRPr lang="en-US"/>
        </a:p>
      </dgm:t>
    </dgm:pt>
    <dgm:pt modelId="{CA453529-0F48-4EF3-8F16-E732FB1811C3}" type="sibTrans" cxnId="{B28E7539-702F-4403-B38C-CCE2EC9E181E}">
      <dgm:prSet/>
      <dgm:spPr/>
      <dgm:t>
        <a:bodyPr/>
        <a:lstStyle/>
        <a:p>
          <a:endParaRPr lang="en-US"/>
        </a:p>
      </dgm:t>
    </dgm:pt>
    <dgm:pt modelId="{51474CA9-1ADD-4331-9534-6780C3A18768}">
      <dgm:prSet/>
      <dgm:spPr/>
      <dgm:t>
        <a:bodyPr/>
        <a:lstStyle/>
        <a:p>
          <a:r>
            <a:rPr lang="en-IN" dirty="0"/>
            <a:t>4. Statements &amp; Indentation</a:t>
          </a:r>
          <a:endParaRPr lang="en-US" dirty="0"/>
        </a:p>
      </dgm:t>
    </dgm:pt>
    <dgm:pt modelId="{BD15203B-A2C4-421B-84CE-AC22CC6E237F}" type="parTrans" cxnId="{C10A2E97-40D9-4123-9647-358E1A64D6C9}">
      <dgm:prSet/>
      <dgm:spPr/>
      <dgm:t>
        <a:bodyPr/>
        <a:lstStyle/>
        <a:p>
          <a:endParaRPr lang="en-US"/>
        </a:p>
      </dgm:t>
    </dgm:pt>
    <dgm:pt modelId="{5FA359DE-6932-424A-BDE2-579D3E29B33A}" type="sibTrans" cxnId="{C10A2E97-40D9-4123-9647-358E1A64D6C9}">
      <dgm:prSet/>
      <dgm:spPr/>
      <dgm:t>
        <a:bodyPr/>
        <a:lstStyle/>
        <a:p>
          <a:endParaRPr lang="en-US"/>
        </a:p>
      </dgm:t>
    </dgm:pt>
    <dgm:pt modelId="{0AB14526-7DE0-0B43-9A50-A26D1DFCD512}">
      <dgm:prSet/>
      <dgm:spPr/>
      <dgm:t>
        <a:bodyPr/>
        <a:lstStyle/>
        <a:p>
          <a:pPr>
            <a:buNone/>
          </a:pPr>
          <a:r>
            <a:rPr lang="en-IN" dirty="0"/>
            <a:t>5. Activity</a:t>
          </a:r>
          <a:endParaRPr lang="en-US" dirty="0"/>
        </a:p>
      </dgm:t>
    </dgm:pt>
    <dgm:pt modelId="{2E911C80-04CC-1D43-9836-33D82B6D6956}" type="parTrans" cxnId="{D372A497-1DE8-D242-964D-46B391AF2F30}">
      <dgm:prSet/>
      <dgm:spPr/>
      <dgm:t>
        <a:bodyPr/>
        <a:lstStyle/>
        <a:p>
          <a:endParaRPr lang="en-GB"/>
        </a:p>
      </dgm:t>
    </dgm:pt>
    <dgm:pt modelId="{92C2B84A-5C02-074A-8DBC-1B9A06F28577}" type="sibTrans" cxnId="{D372A497-1DE8-D242-964D-46B391AF2F30}">
      <dgm:prSet/>
      <dgm:spPr/>
      <dgm:t>
        <a:bodyPr/>
        <a:lstStyle/>
        <a:p>
          <a:endParaRPr lang="en-GB"/>
        </a:p>
      </dgm:t>
    </dgm:pt>
    <dgm:pt modelId="{56D2EE1C-6B72-4A49-B11F-10F59E09972E}">
      <dgm:prSet/>
      <dgm:spPr/>
      <dgm:t>
        <a:bodyPr/>
        <a:lstStyle/>
        <a:p>
          <a:pPr>
            <a:buNone/>
          </a:pPr>
          <a:r>
            <a:rPr lang="en-IN" dirty="0"/>
            <a:t>6. Conclusion &amp; Closure</a:t>
          </a:r>
        </a:p>
      </dgm:t>
    </dgm:pt>
    <dgm:pt modelId="{6382D298-ACE7-42A7-895C-190BF21F92F5}" type="parTrans" cxnId="{4DFAABF6-4FA5-4CC3-A8AE-CBA9D69FB988}">
      <dgm:prSet/>
      <dgm:spPr/>
      <dgm:t>
        <a:bodyPr/>
        <a:lstStyle/>
        <a:p>
          <a:endParaRPr lang="en-IN"/>
        </a:p>
      </dgm:t>
    </dgm:pt>
    <dgm:pt modelId="{C1D88DE0-113F-42B7-9DC7-20F4862AA28C}" type="sibTrans" cxnId="{4DFAABF6-4FA5-4CC3-A8AE-CBA9D69FB988}">
      <dgm:prSet/>
      <dgm:spPr/>
      <dgm:t>
        <a:bodyPr/>
        <a:lstStyle/>
        <a:p>
          <a:endParaRPr lang="en-IN"/>
        </a:p>
      </dgm:t>
    </dgm:pt>
    <dgm:pt modelId="{573103A9-89AC-4873-8CB5-0F4B7370B2E1}" type="pres">
      <dgm:prSet presAssocID="{B64DB52A-CA4F-4852-B41E-6A1F43CC58F9}" presName="vert0" presStyleCnt="0">
        <dgm:presLayoutVars>
          <dgm:dir/>
          <dgm:animOne val="branch"/>
          <dgm:animLvl val="lvl"/>
        </dgm:presLayoutVars>
      </dgm:prSet>
      <dgm:spPr/>
    </dgm:pt>
    <dgm:pt modelId="{6FF76B5C-2320-4CB5-9844-D984662B1716}" type="pres">
      <dgm:prSet presAssocID="{C8BD7C71-8F1B-400D-96A3-6B553A93EB7F}" presName="thickLine" presStyleLbl="alignNode1" presStyleIdx="0" presStyleCnt="6"/>
      <dgm:spPr/>
    </dgm:pt>
    <dgm:pt modelId="{41C87863-73DE-4F9B-A76B-880D805954CA}" type="pres">
      <dgm:prSet presAssocID="{C8BD7C71-8F1B-400D-96A3-6B553A93EB7F}" presName="horz1" presStyleCnt="0"/>
      <dgm:spPr/>
    </dgm:pt>
    <dgm:pt modelId="{CBF4003A-096B-4C8D-8E4F-9D9EAB681D72}" type="pres">
      <dgm:prSet presAssocID="{C8BD7C71-8F1B-400D-96A3-6B553A93EB7F}" presName="tx1" presStyleLbl="revTx" presStyleIdx="0" presStyleCnt="6"/>
      <dgm:spPr/>
    </dgm:pt>
    <dgm:pt modelId="{608B7948-37DA-4DDD-A56D-16AA8CC3AD50}" type="pres">
      <dgm:prSet presAssocID="{C8BD7C71-8F1B-400D-96A3-6B553A93EB7F}" presName="vert1" presStyleCnt="0"/>
      <dgm:spPr/>
    </dgm:pt>
    <dgm:pt modelId="{F83A5B86-9D43-4C81-A6D4-87875817B689}" type="pres">
      <dgm:prSet presAssocID="{311F9A05-A7F4-4328-B319-DBCDF0DF0E82}" presName="thickLine" presStyleLbl="alignNode1" presStyleIdx="1" presStyleCnt="6"/>
      <dgm:spPr/>
    </dgm:pt>
    <dgm:pt modelId="{3BC975C1-0C99-4F97-8C52-C1CFA0BAF551}" type="pres">
      <dgm:prSet presAssocID="{311F9A05-A7F4-4328-B319-DBCDF0DF0E82}" presName="horz1" presStyleCnt="0"/>
      <dgm:spPr/>
    </dgm:pt>
    <dgm:pt modelId="{7BF0A7F7-0F37-4B11-9AED-B46FE7E128D8}" type="pres">
      <dgm:prSet presAssocID="{311F9A05-A7F4-4328-B319-DBCDF0DF0E82}" presName="tx1" presStyleLbl="revTx" presStyleIdx="1" presStyleCnt="6"/>
      <dgm:spPr/>
    </dgm:pt>
    <dgm:pt modelId="{AA11931C-C560-424D-BE37-4872DC1B2048}" type="pres">
      <dgm:prSet presAssocID="{311F9A05-A7F4-4328-B319-DBCDF0DF0E82}" presName="vert1" presStyleCnt="0"/>
      <dgm:spPr/>
    </dgm:pt>
    <dgm:pt modelId="{7EE56E18-6978-43E9-9D4D-E31AA5BEE441}" type="pres">
      <dgm:prSet presAssocID="{81CB55E0-0FB6-485C-B15D-9BD278F78C6F}" presName="thickLine" presStyleLbl="alignNode1" presStyleIdx="2" presStyleCnt="6"/>
      <dgm:spPr/>
    </dgm:pt>
    <dgm:pt modelId="{447FCB44-517C-43F4-BE59-391C36D21C9C}" type="pres">
      <dgm:prSet presAssocID="{81CB55E0-0FB6-485C-B15D-9BD278F78C6F}" presName="horz1" presStyleCnt="0"/>
      <dgm:spPr/>
    </dgm:pt>
    <dgm:pt modelId="{89436931-860B-40AD-8DCE-CEE0F56E60ED}" type="pres">
      <dgm:prSet presAssocID="{81CB55E0-0FB6-485C-B15D-9BD278F78C6F}" presName="tx1" presStyleLbl="revTx" presStyleIdx="2" presStyleCnt="6"/>
      <dgm:spPr/>
    </dgm:pt>
    <dgm:pt modelId="{0E51C315-1B46-45D6-B4D4-E44AF2F7FE47}" type="pres">
      <dgm:prSet presAssocID="{81CB55E0-0FB6-485C-B15D-9BD278F78C6F}" presName="vert1" presStyleCnt="0"/>
      <dgm:spPr/>
    </dgm:pt>
    <dgm:pt modelId="{B514687E-679F-4404-A929-C733AA004539}" type="pres">
      <dgm:prSet presAssocID="{51474CA9-1ADD-4331-9534-6780C3A18768}" presName="thickLine" presStyleLbl="alignNode1" presStyleIdx="3" presStyleCnt="6"/>
      <dgm:spPr/>
    </dgm:pt>
    <dgm:pt modelId="{80414A13-977F-40A0-BF88-8AEFF7DE361E}" type="pres">
      <dgm:prSet presAssocID="{51474CA9-1ADD-4331-9534-6780C3A18768}" presName="horz1" presStyleCnt="0"/>
      <dgm:spPr/>
    </dgm:pt>
    <dgm:pt modelId="{3E95DC57-D848-494F-A343-6CBABA986252}" type="pres">
      <dgm:prSet presAssocID="{51474CA9-1ADD-4331-9534-6780C3A18768}" presName="tx1" presStyleLbl="revTx" presStyleIdx="3" presStyleCnt="6"/>
      <dgm:spPr/>
    </dgm:pt>
    <dgm:pt modelId="{42E34139-9E2B-4ED7-9D4C-0E180FD5C739}" type="pres">
      <dgm:prSet presAssocID="{51474CA9-1ADD-4331-9534-6780C3A18768}" presName="vert1" presStyleCnt="0"/>
      <dgm:spPr/>
    </dgm:pt>
    <dgm:pt modelId="{753E1C3D-2FA2-0444-ADB7-2AF445D41494}" type="pres">
      <dgm:prSet presAssocID="{0AB14526-7DE0-0B43-9A50-A26D1DFCD512}" presName="thickLine" presStyleLbl="alignNode1" presStyleIdx="4" presStyleCnt="6"/>
      <dgm:spPr/>
    </dgm:pt>
    <dgm:pt modelId="{07BF6A3C-A401-5C49-B848-50E3639E0CB4}" type="pres">
      <dgm:prSet presAssocID="{0AB14526-7DE0-0B43-9A50-A26D1DFCD512}" presName="horz1" presStyleCnt="0"/>
      <dgm:spPr/>
    </dgm:pt>
    <dgm:pt modelId="{46F01174-880B-274C-9953-5F7BEFE991D6}" type="pres">
      <dgm:prSet presAssocID="{0AB14526-7DE0-0B43-9A50-A26D1DFCD512}" presName="tx1" presStyleLbl="revTx" presStyleIdx="4" presStyleCnt="6"/>
      <dgm:spPr/>
    </dgm:pt>
    <dgm:pt modelId="{7B4B18BF-54C9-6C4A-934F-270CF07F69DD}" type="pres">
      <dgm:prSet presAssocID="{0AB14526-7DE0-0B43-9A50-A26D1DFCD512}" presName="vert1" presStyleCnt="0"/>
      <dgm:spPr/>
    </dgm:pt>
    <dgm:pt modelId="{235465EB-5BF5-45BF-B3F4-E6D3508C1D17}" type="pres">
      <dgm:prSet presAssocID="{56D2EE1C-6B72-4A49-B11F-10F59E09972E}" presName="thickLine" presStyleLbl="alignNode1" presStyleIdx="5" presStyleCnt="6"/>
      <dgm:spPr/>
    </dgm:pt>
    <dgm:pt modelId="{A0A426BA-789E-484E-B474-A7EA9580C056}" type="pres">
      <dgm:prSet presAssocID="{56D2EE1C-6B72-4A49-B11F-10F59E09972E}" presName="horz1" presStyleCnt="0"/>
      <dgm:spPr/>
    </dgm:pt>
    <dgm:pt modelId="{9A3847D7-1796-43D2-95A6-68506AB561AE}" type="pres">
      <dgm:prSet presAssocID="{56D2EE1C-6B72-4A49-B11F-10F59E09972E}" presName="tx1" presStyleLbl="revTx" presStyleIdx="5" presStyleCnt="6"/>
      <dgm:spPr/>
    </dgm:pt>
    <dgm:pt modelId="{C7086863-40C0-48A7-8F9B-603760693831}" type="pres">
      <dgm:prSet presAssocID="{56D2EE1C-6B72-4A49-B11F-10F59E09972E}" presName="vert1" presStyleCnt="0"/>
      <dgm:spPr/>
    </dgm:pt>
  </dgm:ptLst>
  <dgm:cxnLst>
    <dgm:cxn modelId="{DC4EA019-245A-44D8-9BF0-3AD33B0D2A8D}" type="presOf" srcId="{311F9A05-A7F4-4328-B319-DBCDF0DF0E82}" destId="{7BF0A7F7-0F37-4B11-9AED-B46FE7E128D8}" srcOrd="0" destOrd="0" presId="urn:microsoft.com/office/officeart/2008/layout/LinedList"/>
    <dgm:cxn modelId="{B28E7539-702F-4403-B38C-CCE2EC9E181E}" srcId="{B64DB52A-CA4F-4852-B41E-6A1F43CC58F9}" destId="{81CB55E0-0FB6-485C-B15D-9BD278F78C6F}" srcOrd="2" destOrd="0" parTransId="{81E23C2F-5B75-4C87-B80F-F92D751EF2D3}" sibTransId="{CA453529-0F48-4EF3-8F16-E732FB1811C3}"/>
    <dgm:cxn modelId="{A8279F42-205C-42CA-8385-164FB091EC3D}" type="presOf" srcId="{B64DB52A-CA4F-4852-B41E-6A1F43CC58F9}" destId="{573103A9-89AC-4873-8CB5-0F4B7370B2E1}" srcOrd="0" destOrd="0" presId="urn:microsoft.com/office/officeart/2008/layout/LinedList"/>
    <dgm:cxn modelId="{6DCFA649-9D6E-469B-AACA-1BA847263E9A}" srcId="{B64DB52A-CA4F-4852-B41E-6A1F43CC58F9}" destId="{311F9A05-A7F4-4328-B319-DBCDF0DF0E82}" srcOrd="1" destOrd="0" parTransId="{23B85C74-2F21-4685-BD89-BB563657B099}" sibTransId="{91F4A534-BBDE-4EB5-BAE5-EACEB7D0B868}"/>
    <dgm:cxn modelId="{C10A2E97-40D9-4123-9647-358E1A64D6C9}" srcId="{B64DB52A-CA4F-4852-B41E-6A1F43CC58F9}" destId="{51474CA9-1ADD-4331-9534-6780C3A18768}" srcOrd="3" destOrd="0" parTransId="{BD15203B-A2C4-421B-84CE-AC22CC6E237F}" sibTransId="{5FA359DE-6932-424A-BDE2-579D3E29B33A}"/>
    <dgm:cxn modelId="{D372A497-1DE8-D242-964D-46B391AF2F30}" srcId="{B64DB52A-CA4F-4852-B41E-6A1F43CC58F9}" destId="{0AB14526-7DE0-0B43-9A50-A26D1DFCD512}" srcOrd="4" destOrd="0" parTransId="{2E911C80-04CC-1D43-9836-33D82B6D6956}" sibTransId="{92C2B84A-5C02-074A-8DBC-1B9A06F28577}"/>
    <dgm:cxn modelId="{017BA8B9-9D8E-D74E-A121-616817DD1EEF}" type="presOf" srcId="{0AB14526-7DE0-0B43-9A50-A26D1DFCD512}" destId="{46F01174-880B-274C-9953-5F7BEFE991D6}" srcOrd="0" destOrd="0" presId="urn:microsoft.com/office/officeart/2008/layout/LinedList"/>
    <dgm:cxn modelId="{CAEFD1C0-21C6-4BEE-BBD0-3E2B7599C8A0}" type="presOf" srcId="{C8BD7C71-8F1B-400D-96A3-6B553A93EB7F}" destId="{CBF4003A-096B-4C8D-8E4F-9D9EAB681D72}" srcOrd="0" destOrd="0" presId="urn:microsoft.com/office/officeart/2008/layout/LinedList"/>
    <dgm:cxn modelId="{36D8DFD7-E3DD-4A01-AC6D-A44FD86D70FA}" type="presOf" srcId="{81CB55E0-0FB6-485C-B15D-9BD278F78C6F}" destId="{89436931-860B-40AD-8DCE-CEE0F56E60ED}" srcOrd="0" destOrd="0" presId="urn:microsoft.com/office/officeart/2008/layout/LinedList"/>
    <dgm:cxn modelId="{942D76EB-4E8A-49F9-9193-131FE6139044}" srcId="{B64DB52A-CA4F-4852-B41E-6A1F43CC58F9}" destId="{C8BD7C71-8F1B-400D-96A3-6B553A93EB7F}" srcOrd="0" destOrd="0" parTransId="{BBCFB319-5299-4310-B646-22472DABF40A}" sibTransId="{AF1C4F3A-D240-4EB1-9ECB-2ED225CCC019}"/>
    <dgm:cxn modelId="{791F67ED-636D-40F8-93C7-87F14CF35636}" type="presOf" srcId="{51474CA9-1ADD-4331-9534-6780C3A18768}" destId="{3E95DC57-D848-494F-A343-6CBABA986252}" srcOrd="0" destOrd="0" presId="urn:microsoft.com/office/officeart/2008/layout/LinedList"/>
    <dgm:cxn modelId="{4DFAABF6-4FA5-4CC3-A8AE-CBA9D69FB988}" srcId="{B64DB52A-CA4F-4852-B41E-6A1F43CC58F9}" destId="{56D2EE1C-6B72-4A49-B11F-10F59E09972E}" srcOrd="5" destOrd="0" parTransId="{6382D298-ACE7-42A7-895C-190BF21F92F5}" sibTransId="{C1D88DE0-113F-42B7-9DC7-20F4862AA28C}"/>
    <dgm:cxn modelId="{AE4799FE-2DA5-41E3-A539-F9D7D4B9407B}" type="presOf" srcId="{56D2EE1C-6B72-4A49-B11F-10F59E09972E}" destId="{9A3847D7-1796-43D2-95A6-68506AB561AE}" srcOrd="0" destOrd="0" presId="urn:microsoft.com/office/officeart/2008/layout/LinedList"/>
    <dgm:cxn modelId="{A8499597-22C4-40AB-8BB7-CEB6565C2724}" type="presParOf" srcId="{573103A9-89AC-4873-8CB5-0F4B7370B2E1}" destId="{6FF76B5C-2320-4CB5-9844-D984662B1716}" srcOrd="0" destOrd="0" presId="urn:microsoft.com/office/officeart/2008/layout/LinedList"/>
    <dgm:cxn modelId="{A93CB1D0-23F3-45EE-9AB1-A15778F91C98}" type="presParOf" srcId="{573103A9-89AC-4873-8CB5-0F4B7370B2E1}" destId="{41C87863-73DE-4F9B-A76B-880D805954CA}" srcOrd="1" destOrd="0" presId="urn:microsoft.com/office/officeart/2008/layout/LinedList"/>
    <dgm:cxn modelId="{F575AF3D-87A6-47A5-83AC-A73999B61EA5}" type="presParOf" srcId="{41C87863-73DE-4F9B-A76B-880D805954CA}" destId="{CBF4003A-096B-4C8D-8E4F-9D9EAB681D72}" srcOrd="0" destOrd="0" presId="urn:microsoft.com/office/officeart/2008/layout/LinedList"/>
    <dgm:cxn modelId="{C4AD05CD-ABA2-45F9-AD70-453A59B257AA}" type="presParOf" srcId="{41C87863-73DE-4F9B-A76B-880D805954CA}" destId="{608B7948-37DA-4DDD-A56D-16AA8CC3AD50}" srcOrd="1" destOrd="0" presId="urn:microsoft.com/office/officeart/2008/layout/LinedList"/>
    <dgm:cxn modelId="{09135F7C-D882-4001-9420-48C6F669E5A1}" type="presParOf" srcId="{573103A9-89AC-4873-8CB5-0F4B7370B2E1}" destId="{F83A5B86-9D43-4C81-A6D4-87875817B689}" srcOrd="2" destOrd="0" presId="urn:microsoft.com/office/officeart/2008/layout/LinedList"/>
    <dgm:cxn modelId="{42A74311-A9B5-4722-908E-E69DF0F7B3F2}" type="presParOf" srcId="{573103A9-89AC-4873-8CB5-0F4B7370B2E1}" destId="{3BC975C1-0C99-4F97-8C52-C1CFA0BAF551}" srcOrd="3" destOrd="0" presId="urn:microsoft.com/office/officeart/2008/layout/LinedList"/>
    <dgm:cxn modelId="{06716FB4-91E0-498C-9B25-67FC8A0410EE}" type="presParOf" srcId="{3BC975C1-0C99-4F97-8C52-C1CFA0BAF551}" destId="{7BF0A7F7-0F37-4B11-9AED-B46FE7E128D8}" srcOrd="0" destOrd="0" presId="urn:microsoft.com/office/officeart/2008/layout/LinedList"/>
    <dgm:cxn modelId="{08808E65-016C-4832-AD3A-0BCD56638EE0}" type="presParOf" srcId="{3BC975C1-0C99-4F97-8C52-C1CFA0BAF551}" destId="{AA11931C-C560-424D-BE37-4872DC1B2048}" srcOrd="1" destOrd="0" presId="urn:microsoft.com/office/officeart/2008/layout/LinedList"/>
    <dgm:cxn modelId="{206F6E77-1951-4EBC-9057-DD630DD20CCA}" type="presParOf" srcId="{573103A9-89AC-4873-8CB5-0F4B7370B2E1}" destId="{7EE56E18-6978-43E9-9D4D-E31AA5BEE441}" srcOrd="4" destOrd="0" presId="urn:microsoft.com/office/officeart/2008/layout/LinedList"/>
    <dgm:cxn modelId="{5A60FA20-ADA2-431F-8796-1BE8C988B2D2}" type="presParOf" srcId="{573103A9-89AC-4873-8CB5-0F4B7370B2E1}" destId="{447FCB44-517C-43F4-BE59-391C36D21C9C}" srcOrd="5" destOrd="0" presId="urn:microsoft.com/office/officeart/2008/layout/LinedList"/>
    <dgm:cxn modelId="{A05C2049-7944-4478-8D68-709AB77FAB96}" type="presParOf" srcId="{447FCB44-517C-43F4-BE59-391C36D21C9C}" destId="{89436931-860B-40AD-8DCE-CEE0F56E60ED}" srcOrd="0" destOrd="0" presId="urn:microsoft.com/office/officeart/2008/layout/LinedList"/>
    <dgm:cxn modelId="{2AEA7D18-2CA4-4040-8CA3-2E8EA6C53110}" type="presParOf" srcId="{447FCB44-517C-43F4-BE59-391C36D21C9C}" destId="{0E51C315-1B46-45D6-B4D4-E44AF2F7FE47}" srcOrd="1" destOrd="0" presId="urn:microsoft.com/office/officeart/2008/layout/LinedList"/>
    <dgm:cxn modelId="{0B8319B9-A001-4929-BF67-CFB04FA16945}" type="presParOf" srcId="{573103A9-89AC-4873-8CB5-0F4B7370B2E1}" destId="{B514687E-679F-4404-A929-C733AA004539}" srcOrd="6" destOrd="0" presId="urn:microsoft.com/office/officeart/2008/layout/LinedList"/>
    <dgm:cxn modelId="{257188D6-0003-435E-A862-DB1729B0A2C3}" type="presParOf" srcId="{573103A9-89AC-4873-8CB5-0F4B7370B2E1}" destId="{80414A13-977F-40A0-BF88-8AEFF7DE361E}" srcOrd="7" destOrd="0" presId="urn:microsoft.com/office/officeart/2008/layout/LinedList"/>
    <dgm:cxn modelId="{0D4D7625-BCDC-4E36-BA9D-FCFD4CC793E3}" type="presParOf" srcId="{80414A13-977F-40A0-BF88-8AEFF7DE361E}" destId="{3E95DC57-D848-494F-A343-6CBABA986252}" srcOrd="0" destOrd="0" presId="urn:microsoft.com/office/officeart/2008/layout/LinedList"/>
    <dgm:cxn modelId="{0E040604-2F36-489D-A967-FB8740498707}" type="presParOf" srcId="{80414A13-977F-40A0-BF88-8AEFF7DE361E}" destId="{42E34139-9E2B-4ED7-9D4C-0E180FD5C739}" srcOrd="1" destOrd="0" presId="urn:microsoft.com/office/officeart/2008/layout/LinedList"/>
    <dgm:cxn modelId="{E7E7E897-B18A-614B-84C6-7E1DE9DF82B9}" type="presParOf" srcId="{573103A9-89AC-4873-8CB5-0F4B7370B2E1}" destId="{753E1C3D-2FA2-0444-ADB7-2AF445D41494}" srcOrd="8" destOrd="0" presId="urn:microsoft.com/office/officeart/2008/layout/LinedList"/>
    <dgm:cxn modelId="{28BB630E-ECFB-6547-86B5-97B44B9D2CA8}" type="presParOf" srcId="{573103A9-89AC-4873-8CB5-0F4B7370B2E1}" destId="{07BF6A3C-A401-5C49-B848-50E3639E0CB4}" srcOrd="9" destOrd="0" presId="urn:microsoft.com/office/officeart/2008/layout/LinedList"/>
    <dgm:cxn modelId="{62F09CC1-EB3B-E64F-89DD-C9615CE33F83}" type="presParOf" srcId="{07BF6A3C-A401-5C49-B848-50E3639E0CB4}" destId="{46F01174-880B-274C-9953-5F7BEFE991D6}" srcOrd="0" destOrd="0" presId="urn:microsoft.com/office/officeart/2008/layout/LinedList"/>
    <dgm:cxn modelId="{F74AFF04-B538-7949-8F4D-900C4AC43F23}" type="presParOf" srcId="{07BF6A3C-A401-5C49-B848-50E3639E0CB4}" destId="{7B4B18BF-54C9-6C4A-934F-270CF07F69DD}" srcOrd="1" destOrd="0" presId="urn:microsoft.com/office/officeart/2008/layout/LinedList"/>
    <dgm:cxn modelId="{92849608-93E4-4268-A3FA-DCCD3E6FABED}" type="presParOf" srcId="{573103A9-89AC-4873-8CB5-0F4B7370B2E1}" destId="{235465EB-5BF5-45BF-B3F4-E6D3508C1D17}" srcOrd="10" destOrd="0" presId="urn:microsoft.com/office/officeart/2008/layout/LinedList"/>
    <dgm:cxn modelId="{9958C688-C460-421A-AD6B-78F0C5BEA77C}" type="presParOf" srcId="{573103A9-89AC-4873-8CB5-0F4B7370B2E1}" destId="{A0A426BA-789E-484E-B474-A7EA9580C056}" srcOrd="11" destOrd="0" presId="urn:microsoft.com/office/officeart/2008/layout/LinedList"/>
    <dgm:cxn modelId="{F38FDF15-C0AA-49EE-83A4-1829F61F360A}" type="presParOf" srcId="{A0A426BA-789E-484E-B474-A7EA9580C056}" destId="{9A3847D7-1796-43D2-95A6-68506AB561AE}" srcOrd="0" destOrd="0" presId="urn:microsoft.com/office/officeart/2008/layout/LinedList"/>
    <dgm:cxn modelId="{52913ABD-1558-4744-AA0D-192610F43B69}" type="presParOf" srcId="{A0A426BA-789E-484E-B474-A7EA9580C056}" destId="{C7086863-40C0-48A7-8F9B-60376069383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ED251F-A7A3-4D25-B004-4241BE03EDC3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218E0F1-97EC-4D60-8F4A-A6E21D910199}" type="pres">
      <dgm:prSet presAssocID="{B7ED251F-A7A3-4D25-B004-4241BE03EDC3}" presName="outerComposite" presStyleCnt="0">
        <dgm:presLayoutVars>
          <dgm:chMax val="5"/>
          <dgm:dir/>
          <dgm:resizeHandles val="exact"/>
        </dgm:presLayoutVars>
      </dgm:prSet>
      <dgm:spPr/>
    </dgm:pt>
    <dgm:pt modelId="{353F2BDB-A1CE-4ECD-BC0F-35AD5A327550}" type="pres">
      <dgm:prSet presAssocID="{B7ED251F-A7A3-4D25-B004-4241BE03EDC3}" presName="dummyMaxCanvas" presStyleCnt="0">
        <dgm:presLayoutVars/>
      </dgm:prSet>
      <dgm:spPr/>
    </dgm:pt>
  </dgm:ptLst>
  <dgm:cxnLst>
    <dgm:cxn modelId="{08A81826-7273-44A3-AF99-B781181E27AF}" type="presOf" srcId="{B7ED251F-A7A3-4D25-B004-4241BE03EDC3}" destId="{E218E0F1-97EC-4D60-8F4A-A6E21D910199}" srcOrd="0" destOrd="0" presId="urn:microsoft.com/office/officeart/2005/8/layout/vProcess5"/>
    <dgm:cxn modelId="{61E78557-A66C-4CE5-B60F-73372A952247}" type="presParOf" srcId="{E218E0F1-97EC-4D60-8F4A-A6E21D910199}" destId="{353F2BDB-A1CE-4ECD-BC0F-35AD5A327550}" srcOrd="0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6F9ED5-0663-4153-B968-F44F84B2C524}">
      <dsp:nvSpPr>
        <dsp:cNvPr id="0" name=""/>
        <dsp:cNvSpPr/>
      </dsp:nvSpPr>
      <dsp:spPr>
        <a:xfrm>
          <a:off x="0" y="0"/>
          <a:ext cx="9288654" cy="1660232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300" kern="1200" dirty="0"/>
            <a:t>LO1: Understand basic Python syntax rules</a:t>
          </a:r>
        </a:p>
      </dsp:txBody>
      <dsp:txXfrm>
        <a:off x="48627" y="48627"/>
        <a:ext cx="7572674" cy="1562978"/>
      </dsp:txXfrm>
    </dsp:sp>
    <dsp:sp modelId="{88E02256-15CA-48CB-ACF3-43AFB6B0E146}">
      <dsp:nvSpPr>
        <dsp:cNvPr id="0" name=""/>
        <dsp:cNvSpPr/>
      </dsp:nvSpPr>
      <dsp:spPr>
        <a:xfrm>
          <a:off x="1639174" y="2029172"/>
          <a:ext cx="9288654" cy="1660232"/>
        </a:xfrm>
        <a:prstGeom prst="roundRect">
          <a:avLst>
            <a:gd name="adj" fmla="val 10000"/>
          </a:avLst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3830" tIns="163830" rIns="163830" bIns="163830" numCol="1" spcCol="1270" anchor="ctr" anchorCtr="0">
          <a:noAutofit/>
        </a:bodyPr>
        <a:lstStyle/>
        <a:p>
          <a:pPr marL="0" lvl="0" indent="0" algn="l" defTabSz="1911350">
            <a:lnSpc>
              <a:spcPct val="90000"/>
            </a:lnSpc>
            <a:spcBef>
              <a:spcPct val="0"/>
            </a:spcBef>
            <a:spcAft>
              <a:spcPct val="35000"/>
            </a:spcAft>
            <a:buFont typeface="+mj-lt"/>
            <a:buNone/>
          </a:pPr>
          <a:r>
            <a:rPr lang="en-US" sz="4300" kern="1200" dirty="0"/>
            <a:t>LO2: Write and </a:t>
          </a:r>
          <a:r>
            <a:rPr lang="en-IN" sz="4300" kern="1200" dirty="0"/>
            <a:t>Run Python programs </a:t>
          </a:r>
        </a:p>
      </dsp:txBody>
      <dsp:txXfrm>
        <a:off x="1687801" y="2077799"/>
        <a:ext cx="6473075" cy="1562978"/>
      </dsp:txXfrm>
    </dsp:sp>
    <dsp:sp modelId="{043BE99A-15CA-4C5F-9500-C9D42B8ED318}">
      <dsp:nvSpPr>
        <dsp:cNvPr id="0" name=""/>
        <dsp:cNvSpPr/>
      </dsp:nvSpPr>
      <dsp:spPr>
        <a:xfrm>
          <a:off x="8209503" y="1305127"/>
          <a:ext cx="1079150" cy="107915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452312" y="1305127"/>
        <a:ext cx="593532" cy="8120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F76B5C-2320-4CB5-9844-D984662B1716}">
      <dsp:nvSpPr>
        <dsp:cNvPr id="0" name=""/>
        <dsp:cNvSpPr/>
      </dsp:nvSpPr>
      <dsp:spPr>
        <a:xfrm>
          <a:off x="0" y="2259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BF4003A-096B-4C8D-8E4F-9D9EAB681D72}">
      <dsp:nvSpPr>
        <dsp:cNvPr id="0" name=""/>
        <dsp:cNvSpPr/>
      </dsp:nvSpPr>
      <dsp:spPr>
        <a:xfrm>
          <a:off x="0" y="2259"/>
          <a:ext cx="6900512" cy="770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1. Python Syntax – Writing and Running</a:t>
          </a:r>
          <a:endParaRPr lang="en-US" sz="3100" kern="1200" dirty="0"/>
        </a:p>
      </dsp:txBody>
      <dsp:txXfrm>
        <a:off x="0" y="2259"/>
        <a:ext cx="6900512" cy="770490"/>
      </dsp:txXfrm>
    </dsp:sp>
    <dsp:sp modelId="{F83A5B86-9D43-4C81-A6D4-87875817B689}">
      <dsp:nvSpPr>
        <dsp:cNvPr id="0" name=""/>
        <dsp:cNvSpPr/>
      </dsp:nvSpPr>
      <dsp:spPr>
        <a:xfrm>
          <a:off x="0" y="772750"/>
          <a:ext cx="6900512" cy="0"/>
        </a:xfrm>
        <a:prstGeom prst="lin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BF0A7F7-0F37-4B11-9AED-B46FE7E128D8}">
      <dsp:nvSpPr>
        <dsp:cNvPr id="0" name=""/>
        <dsp:cNvSpPr/>
      </dsp:nvSpPr>
      <dsp:spPr>
        <a:xfrm>
          <a:off x="0" y="772750"/>
          <a:ext cx="6900512" cy="770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2. Learning Outcomes</a:t>
          </a:r>
          <a:endParaRPr lang="en-US" sz="3100" kern="1200" dirty="0"/>
        </a:p>
      </dsp:txBody>
      <dsp:txXfrm>
        <a:off x="0" y="772750"/>
        <a:ext cx="6900512" cy="770490"/>
      </dsp:txXfrm>
    </dsp:sp>
    <dsp:sp modelId="{7EE56E18-6978-43E9-9D4D-E31AA5BEE441}">
      <dsp:nvSpPr>
        <dsp:cNvPr id="0" name=""/>
        <dsp:cNvSpPr/>
      </dsp:nvSpPr>
      <dsp:spPr>
        <a:xfrm>
          <a:off x="0" y="1543241"/>
          <a:ext cx="6900512" cy="0"/>
        </a:xfrm>
        <a:prstGeom prst="lin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9436931-860B-40AD-8DCE-CEE0F56E60ED}">
      <dsp:nvSpPr>
        <dsp:cNvPr id="0" name=""/>
        <dsp:cNvSpPr/>
      </dsp:nvSpPr>
      <dsp:spPr>
        <a:xfrm>
          <a:off x="0" y="1543241"/>
          <a:ext cx="6900512" cy="770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3. Writing &amp; Running Program </a:t>
          </a:r>
          <a:endParaRPr lang="en-US" sz="3100" kern="1200" dirty="0"/>
        </a:p>
      </dsp:txBody>
      <dsp:txXfrm>
        <a:off x="0" y="1543241"/>
        <a:ext cx="6900512" cy="770490"/>
      </dsp:txXfrm>
    </dsp:sp>
    <dsp:sp modelId="{B514687E-679F-4404-A929-C733AA004539}">
      <dsp:nvSpPr>
        <dsp:cNvPr id="0" name=""/>
        <dsp:cNvSpPr/>
      </dsp:nvSpPr>
      <dsp:spPr>
        <a:xfrm>
          <a:off x="0" y="2313732"/>
          <a:ext cx="6900512" cy="0"/>
        </a:xfrm>
        <a:prstGeom prst="lin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E95DC57-D848-494F-A343-6CBABA986252}">
      <dsp:nvSpPr>
        <dsp:cNvPr id="0" name=""/>
        <dsp:cNvSpPr/>
      </dsp:nvSpPr>
      <dsp:spPr>
        <a:xfrm>
          <a:off x="0" y="2313732"/>
          <a:ext cx="6900512" cy="770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4. Statements &amp; Indentation</a:t>
          </a:r>
          <a:endParaRPr lang="en-US" sz="3100" kern="1200" dirty="0"/>
        </a:p>
      </dsp:txBody>
      <dsp:txXfrm>
        <a:off x="0" y="2313732"/>
        <a:ext cx="6900512" cy="770490"/>
      </dsp:txXfrm>
    </dsp:sp>
    <dsp:sp modelId="{753E1C3D-2FA2-0444-ADB7-2AF445D41494}">
      <dsp:nvSpPr>
        <dsp:cNvPr id="0" name=""/>
        <dsp:cNvSpPr/>
      </dsp:nvSpPr>
      <dsp:spPr>
        <a:xfrm>
          <a:off x="0" y="3084222"/>
          <a:ext cx="6900512" cy="0"/>
        </a:xfrm>
        <a:prstGeom prst="lin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F01174-880B-274C-9953-5F7BEFE991D6}">
      <dsp:nvSpPr>
        <dsp:cNvPr id="0" name=""/>
        <dsp:cNvSpPr/>
      </dsp:nvSpPr>
      <dsp:spPr>
        <a:xfrm>
          <a:off x="0" y="3084222"/>
          <a:ext cx="6900512" cy="770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5. Activity</a:t>
          </a:r>
          <a:endParaRPr lang="en-US" sz="3100" kern="1200" dirty="0"/>
        </a:p>
      </dsp:txBody>
      <dsp:txXfrm>
        <a:off x="0" y="3084222"/>
        <a:ext cx="6900512" cy="770490"/>
      </dsp:txXfrm>
    </dsp:sp>
    <dsp:sp modelId="{235465EB-5BF5-45BF-B3F4-E6D3508C1D17}">
      <dsp:nvSpPr>
        <dsp:cNvPr id="0" name=""/>
        <dsp:cNvSpPr/>
      </dsp:nvSpPr>
      <dsp:spPr>
        <a:xfrm>
          <a:off x="0" y="3854713"/>
          <a:ext cx="6900512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A3847D7-1796-43D2-95A6-68506AB561AE}">
      <dsp:nvSpPr>
        <dsp:cNvPr id="0" name=""/>
        <dsp:cNvSpPr/>
      </dsp:nvSpPr>
      <dsp:spPr>
        <a:xfrm>
          <a:off x="0" y="3854713"/>
          <a:ext cx="6900512" cy="77049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6. Conclusion &amp; Closure</a:t>
          </a:r>
        </a:p>
      </dsp:txBody>
      <dsp:txXfrm>
        <a:off x="0" y="3854713"/>
        <a:ext cx="6900512" cy="77049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6FBC31-3F3F-40A8-84DF-BE3B4616B22A}" type="datetimeFigureOut">
              <a:rPr lang="en-IN" smtClean="0"/>
              <a:t>21-08-2026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9FE326-85E6-4395-8F28-A8F972B7BB4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7608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01343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114469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9FE326-85E6-4395-8F28-A8F972B7BB4E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731296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B19AD-E795-8469-CB7A-8D1393914F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09FC3E-A433-5720-2C47-B21810485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33EDBC-57D9-C6A6-6869-371DC35FAC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B0B00A-0031-4EDD-BEBB-B131E3F68B8B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DC6D-FB05-89AF-D06E-2A214B26A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979841-7A1B-1D77-4E0D-F440971A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74159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16841F-4D47-CCA2-58EC-D8D2EE9AF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907BEF-2C9D-42DC-3411-00B3A39BC0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6B5C3-B400-8ED2-C857-CC6B3B6EB6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8D233B-F1E7-4818-B22D-9EDEAA6025FD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C63E68-219E-B6BD-06FF-D09E8B6D7C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27A96D-72D0-92EE-3B5C-8BFD78B7D7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23341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72F04E-14BF-8146-F649-927656875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EC510D-E40E-01C5-FB7F-09741C6C96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E5ACC9-6839-7636-07F4-E47B104A0B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543A29-4BB0-4075-8E30-7986497052F0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1B4601-E63D-A03B-1DD8-CFB63233DA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09B235-6487-BCE9-DFAA-764CDD446C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6938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12733-E66D-2C01-CE97-F41A211F2E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778475-62F3-3BA2-991E-7D770F7AA9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66E4499-7667-A5BF-CFBF-9B3734E0407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E2D099-6445-5C93-00AE-432EFD0706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28DEB-068D-4137-AD7C-2A99AB9732F4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5B21F9-91D3-7C2A-79CF-2138303F1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1F9FC0-4A14-8219-84DC-B1D61698EE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85788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67B0A1-9BD6-B0A3-1102-E0773ECBB3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E87F29-AEDA-BDF7-8C0B-52CF6D178C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9DAB8B1-DB15-81F7-48C3-A6308F8FEA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50A757F-7720-AA2F-16DB-5B4172569D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7578B9F-AEC2-1CCB-17EA-93BC35E420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ADDEEA-4DF4-410A-B65E-F750E83FB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0CC2F0-EA24-4949-874F-5F13F434AA44}" type="datetime1">
              <a:rPr lang="en-IN" smtClean="0"/>
              <a:t>21-08-2026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F839C7-3F7C-98F3-A612-DE6079BE91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6ED60D5-B96E-CB10-EF10-24D390209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3610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1685F8-3F04-96B2-DFBB-F5EA7C78F8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8A8FDE9-0DB9-E2EC-9EDB-3F79289240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FCA4BE-841D-4DBA-BF59-98160D016E95}" type="datetime1">
              <a:rPr lang="en-IN" smtClean="0"/>
              <a:t>21-08-2026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76EA0CC-2F72-01A7-0018-794D288958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46089-63E6-1B47-884D-22AD3D59D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51771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C668AA3-F340-1EBC-A758-E63E971B3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EA9DE3D-92F0-4B90-9BC3-DF561ACCB514}" type="datetime1">
              <a:rPr lang="en-IN" smtClean="0"/>
              <a:t>21-08-2026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C5A41D-81C9-E2BD-E9AF-3AA5DB41DC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962B3-3ADB-9572-0FD2-4DB07FD876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57722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3CF039-A9DA-5A12-2BF1-B6433B9DF3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6751A8-C228-5300-A485-3F129FD36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584203-9632-6129-E4C9-0F99428BB6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45EB5-72B0-9141-EA99-820C022CC3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4D748-5313-48F5-9420-28CC4F9D5D65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273D456-31B6-1D53-751D-AC82FEAB70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C32809-415E-2282-E04D-9B200C1C3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96731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584906-117D-5407-AA07-22F539EE4D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636F0D2-D921-4FA7-DA84-8E8520EED99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D2AD95-AB02-5A07-7492-E9E0B8545F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2380F9-07CE-6F7A-6038-870977B0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259F97-4389-4CF0-A3AF-539E1666475E}" type="datetime1">
              <a:rPr lang="en-IN" smtClean="0"/>
              <a:t>21-08-2026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35F0A5-FF26-EF42-9F4E-7B487ABBD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CE9705-E90F-F624-39D6-6FCBE3A7BA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35582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59D05-52FA-1788-519F-7A7F6048A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32B93A4-5BFE-2E5E-89BD-A9A9F0DE2B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8D6E1C-2039-6998-16BF-892E575CF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11ADB8-9CB7-40E6-87C8-C7EB8EBBAF06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389FC5-03A9-A2BE-8045-500B370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A79DC-4A34-B800-8BFC-C92A202FB9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75018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A66ADF1-8D2B-E20D-C592-6643F0F627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7D4B32-ED38-6AD9-3A88-BEE47D427E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D39A2-CFE5-7E4C-6E1A-FABC5CF17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3956E-FF61-4FBC-8614-5AF891B621A7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8CE03-A02D-B61D-500E-33B067F58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FA42C-489C-58FC-CFE2-833549C6D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3312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EAADD83-735E-A88A-3D7F-6385A1A74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67D101-3984-8795-F0E9-CFAF99A144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4624CD-D795-52B1-6203-0AF8F58B88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81F908-E6B3-4617-92D9-99814B0B813F}" type="datetime1">
              <a:rPr lang="en-IN" smtClean="0"/>
              <a:t>21-08-2026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1CF967-AE37-65C8-EF03-EB7E3B912DE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7BD2C0-494D-F5DE-E18D-99B852BA50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6510230-8DD5-4BA5-AB2D-CA30FC08F9D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666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1.xml"/><Relationship Id="rId7" Type="http://schemas.openxmlformats.org/officeDocument/2006/relationships/image" Target="../media/image3.jpe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2.xml"/><Relationship Id="rId7" Type="http://schemas.openxmlformats.org/officeDocument/2006/relationships/image" Target="../media/image3.jpeg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ython.org/downloads/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2.jpg"/><Relationship Id="rId4" Type="http://schemas.openxmlformats.org/officeDocument/2006/relationships/image" Target="../media/image3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download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2.jpg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diagramLayout" Target="../diagrams/layout3.xml"/><Relationship Id="rId7" Type="http://schemas.openxmlformats.org/officeDocument/2006/relationships/image" Target="../media/image3.jpeg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4841D-4109-20CB-B253-8EF7C08060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0" y="1174458"/>
            <a:ext cx="10125704" cy="5041783"/>
          </a:xfrm>
        </p:spPr>
        <p:txBody>
          <a:bodyPr anchor="b">
            <a:normAutofit fontScale="90000"/>
          </a:bodyPr>
          <a:lstStyle/>
          <a:p>
            <a:pPr algn="l"/>
            <a:r>
              <a:rPr lang="en-US" sz="3600" dirty="0"/>
              <a:t>Syntax of Python – Writing and Running Python Programs</a:t>
            </a: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4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Session No.: 3</a:t>
            </a:r>
            <a:br>
              <a:rPr lang="en-IN" sz="1800" b="1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Name:  Python Programming</a:t>
            </a:r>
            <a:br>
              <a:rPr lang="en-IN" sz="18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IN" sz="1800" b="1">
                <a:solidFill>
                  <a:srgbClr val="7030A0"/>
                </a:solidFill>
                <a:latin typeface="Georgia" panose="02040502050405020303" pitchFamily="18" charset="0"/>
                <a:cs typeface="Arial" panose="020B0604020202020204" pitchFamily="34" charset="0"/>
              </a:rPr>
              <a:t>Course Code: - E1UA311C </a:t>
            </a:r>
            <a:r>
              <a:rPr lang="en-IN" sz="1800" b="1">
                <a:latin typeface="Georgia" panose="02040502050405020303" pitchFamily="18" charset="0"/>
                <a:cs typeface="Arial" panose="020B0604020202020204" pitchFamily="34" charset="0"/>
              </a:rPr>
              <a:t>Instructor </a:t>
            </a:r>
            <a: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  <a:t>Name: Pooja Vajpayee</a:t>
            </a: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Duration: 50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  <a:t>Date of Conduction of Class: </a:t>
            </a:r>
            <a:br>
              <a:rPr lang="en-US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br>
              <a:rPr lang="en-IN" sz="1800" b="1" dirty="0">
                <a:latin typeface="Georgia" panose="02040502050405020303" pitchFamily="18" charset="0"/>
                <a:cs typeface="Arial" panose="020B0604020202020204" pitchFamily="34" charset="0"/>
              </a:rPr>
            </a:br>
            <a:endParaRPr lang="en-IN" sz="4800" b="1" dirty="0">
              <a:latin typeface="Georgia" panose="02040502050405020303" pitchFamily="18" charset="0"/>
              <a:cs typeface="Arial" panose="020B0604020202020204" pitchFamily="34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2F329F-0D28-AAA9-6271-058B6B36C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4B0897-FD56-B45E-C539-435F743AAB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8F66ABA-C07C-7B4E-0E32-86C3BB04AA9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48951" y="55373"/>
            <a:ext cx="770015" cy="77001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622C87D-66F3-E0F4-0306-4C9A87A526E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3"/>
            <a:ext cx="1918077" cy="3740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9898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8FCC0D-731A-5612-0227-FB98B5FCE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219022-1E0A-D888-4058-A381CC9F51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ECC5E1-D161-A371-3502-DAEF2F4A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0305001-6C7C-0BB9-2F3D-F68FF7E85C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B49FE98-77AE-0206-DFD9-253F7F41E05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F12D279F-91F6-369A-C8EE-2EA4470D6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9559" y="1375049"/>
            <a:ext cx="5427678" cy="891473"/>
          </a:xfrm>
        </p:spPr>
        <p:txBody>
          <a:bodyPr>
            <a:normAutofit/>
          </a:bodyPr>
          <a:lstStyle/>
          <a:p>
            <a:r>
              <a:rPr lang="en-US" b="1" dirty="0">
                <a:latin typeface="Cambria" panose="02040503050406030204" pitchFamily="18" charset="0"/>
              </a:rPr>
              <a:t>Recap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38D467-AB90-0FE4-F279-BC95EF08C456}"/>
              </a:ext>
            </a:extLst>
          </p:cNvPr>
          <p:cNvSpPr/>
          <p:nvPr/>
        </p:nvSpPr>
        <p:spPr>
          <a:xfrm>
            <a:off x="549559" y="2467468"/>
            <a:ext cx="1125137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sz="2400" dirty="0"/>
              <a:t>Python – History, Features</a:t>
            </a:r>
          </a:p>
          <a:p>
            <a:pPr algn="just"/>
            <a:endParaRPr lang="en-US" sz="2400" dirty="0">
              <a:latin typeface="Cambria" panose="02040503050406030204" pitchFamily="18" charset="0"/>
            </a:endParaRPr>
          </a:p>
          <a:p>
            <a:pPr algn="just"/>
            <a:endParaRPr lang="en-IN" sz="24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99386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D018FB1-5AC0-A361-622A-D2F46CAE3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1D5415-04E5-9984-5403-67A367538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3</a:t>
            </a:fld>
            <a:endParaRPr lang="en-IN"/>
          </a:p>
        </p:txBody>
      </p:sp>
      <p:pic>
        <p:nvPicPr>
          <p:cNvPr id="5" name="Picture 4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3CA3EE49-A6F5-21CE-5CB2-E167474EB06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3652" y="100339"/>
            <a:ext cx="863415" cy="86341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CE23A4A-5CE7-2BA1-E1C7-649A5669BF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419783" cy="471915"/>
          </a:xfrm>
          <a:prstGeom prst="rect">
            <a:avLst/>
          </a:prstGeom>
        </p:spPr>
      </p:pic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57A13A19-6DBB-52D9-B302-ECCD7E81702C}"/>
              </a:ext>
            </a:extLst>
          </p:cNvPr>
          <p:cNvSpPr/>
          <p:nvPr/>
        </p:nvSpPr>
        <p:spPr>
          <a:xfrm>
            <a:off x="3545456" y="600836"/>
            <a:ext cx="4252836" cy="58565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latin typeface="Cambria" panose="02040503050406030204" pitchFamily="18" charset="0"/>
              </a:rPr>
              <a:t>  Opening Question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AB52BD2-8F22-FADA-75AF-30D45302D016}"/>
              </a:ext>
            </a:extLst>
          </p:cNvPr>
          <p:cNvSpPr txBox="1"/>
          <p:nvPr/>
        </p:nvSpPr>
        <p:spPr>
          <a:xfrm>
            <a:off x="2524715" y="2044005"/>
            <a:ext cx="527357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/>
              <a:t>“If English has grammar rules, what happens when we break them?</a:t>
            </a:r>
            <a:br>
              <a:rPr lang="en-US" sz="2800" dirty="0"/>
            </a:br>
            <a:endParaRPr lang="en-IN" sz="2800" dirty="0">
              <a:latin typeface="Cambria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9253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4056" y="1376509"/>
            <a:ext cx="10542973" cy="822858"/>
          </a:xfrm>
        </p:spPr>
        <p:txBody>
          <a:bodyPr anchor="ctr">
            <a:normAutofit fontScale="90000"/>
          </a:bodyPr>
          <a:lstStyle/>
          <a:p>
            <a:r>
              <a:rPr lang="en-IN" sz="4000" b="1" dirty="0">
                <a:latin typeface="Arial" panose="020B0604020202020204" pitchFamily="34" charset="0"/>
                <a:cs typeface="Arial" panose="020B0604020202020204" pitchFamily="34" charset="0"/>
              </a:rPr>
              <a:t>At the end of this session students will be able to 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7A3F3-F9E0-0ED6-9640-C09E20B4F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2BD711-0225-BB81-E56E-97842AEFB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4</a:t>
            </a:fld>
            <a:endParaRPr lang="en-IN"/>
          </a:p>
        </p:txBody>
      </p:sp>
      <p:graphicFrame>
        <p:nvGraphicFramePr>
          <p:cNvPr id="6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8753012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DC91442-66F2-504B-C67F-2CC391B8CAC7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CE66B6B-F371-2A0A-CB0C-8E7576D582F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859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A1553B-A216-73BB-FAAB-1FF7D4C3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40823"/>
            <a:ext cx="3418659" cy="5583148"/>
          </a:xfrm>
        </p:spPr>
        <p:txBody>
          <a:bodyPr anchor="ctr">
            <a:normAutofit/>
          </a:bodyPr>
          <a:lstStyle/>
          <a:p>
            <a:r>
              <a:rPr lang="en-IN" sz="5400" dirty="0"/>
              <a:t>Session Outline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1A9FE4B-6F20-1C22-6353-F1166E69B9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50373683"/>
              </p:ext>
            </p:extLst>
          </p:nvPr>
        </p:nvGraphicFramePr>
        <p:xfrm>
          <a:off x="4648018" y="1235254"/>
          <a:ext cx="6900512" cy="46274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762DD5-123E-828B-BD74-061BEE1CE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24FF57-302B-97C8-BD3F-550746DA6F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5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4DDE187-E81D-B835-E4CD-A2B8788BFA09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16434" y="136525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53114F5-F06B-4D82-5258-AB40ED145D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318899" cy="45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25593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C4C0B8-55BF-7607-C08F-4F93C85CCC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EC62E8-F0EB-0BD9-2B59-1AA3588B65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6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9206739-0C22-A2A6-8C67-30EFF62D5B3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7C1D46A-BF2A-20B3-FD02-68B4F4BF6AD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787302" y="746487"/>
            <a:ext cx="6573617" cy="891473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Cambria" panose="02040503050406030204" pitchFamily="18" charset="0"/>
              </a:rPr>
              <a:t>Understanding Programming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12302E5-2036-2581-86F4-526BAD44ED8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0976" y="1825625"/>
            <a:ext cx="10057609" cy="4155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26184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Writing Python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You can write Python code using:</a:t>
            </a:r>
          </a:p>
          <a:p>
            <a:pPr marL="0" indent="0">
              <a:buNone/>
            </a:pPr>
            <a:r>
              <a:rPr dirty="0"/>
              <a:t>• IDLE (Python’s built-in editor)</a:t>
            </a:r>
          </a:p>
          <a:p>
            <a:pPr marL="0" indent="0">
              <a:buNone/>
            </a:pPr>
            <a:r>
              <a:rPr dirty="0"/>
              <a:t>• Text editors (VS Code, PyCharm, Notepad++)</a:t>
            </a:r>
          </a:p>
          <a:p>
            <a:pPr marL="0" indent="0">
              <a:buNone/>
            </a:pPr>
            <a:r>
              <a:rPr dirty="0"/>
              <a:t>• Online editors (</a:t>
            </a:r>
            <a:r>
              <a:rPr lang="en-US" dirty="0" err="1"/>
              <a:t>Colab</a:t>
            </a:r>
            <a:r>
              <a:rPr dirty="0"/>
              <a:t>,</a:t>
            </a:r>
            <a:r>
              <a:rPr lang="en-US" dirty="0"/>
              <a:t> </a:t>
            </a:r>
            <a:r>
              <a:rPr lang="en-US" dirty="0" err="1"/>
              <a:t>Jupyter</a:t>
            </a:r>
            <a:r>
              <a:rPr lang="en-US" dirty="0"/>
              <a:t>, </a:t>
            </a:r>
            <a:r>
              <a:rPr dirty="0"/>
              <a:t> </a:t>
            </a:r>
            <a:r>
              <a:rPr dirty="0" err="1"/>
              <a:t>Programiz</a:t>
            </a:r>
            <a:r>
              <a:rPr dirty="0"/>
              <a:t>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Quick Activity: Which editor have you used before?</a:t>
            </a: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B29B6C72-6585-F81F-A862-2D1E75168EF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4688202-B2D6-388D-3ABB-1F8EF24958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718065-A04A-FBF0-7117-CA44C8D7B5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708CEB-9413-79BC-0145-D91D35DDA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 Python in Windows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897ED3-1D94-E7E1-97DA-7C4701F89EB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Go to Google and type download python and click on first result: </a:t>
            </a:r>
            <a:r>
              <a:rPr lang="en-IN" dirty="0">
                <a:hlinkClick r:id="rId3"/>
              </a:rPr>
              <a:t>https://www.python.org/downloads/</a:t>
            </a:r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Check the two boxes and click on install now</a:t>
            </a:r>
          </a:p>
          <a:p>
            <a:r>
              <a:rPr lang="en-IN" dirty="0"/>
              <a:t>To check for successful installation, type on terminal: python --version </a:t>
            </a:r>
          </a:p>
          <a:p>
            <a:endParaRPr dirty="0"/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4B4C125-0834-E5D5-E884-83D9C43204E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9E469A5-A932-4808-BADF-80DAACA6C5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D64F1D7-B722-95A7-4D9E-3AF10937CE4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19467" y="2442251"/>
            <a:ext cx="6505249" cy="2906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12704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3E099C-2E30-5278-D326-B117C0589F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7A9FAA-903B-DC61-22AD-80EB8385CAE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Install VS CODE in Windows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716306-7DF5-BA39-66CE-38A678EDCF7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10515600" cy="4576763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Go to Google and type download VS code and click on first result: </a:t>
            </a:r>
            <a:r>
              <a:rPr lang="en-IN" dirty="0">
                <a:hlinkClick r:id="rId3"/>
              </a:rPr>
              <a:t>https://code.visualstudio.com/download</a:t>
            </a:r>
            <a:r>
              <a:rPr lang="en-IN" dirty="0"/>
              <a:t> 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pPr marL="0" indent="0">
              <a:buNone/>
            </a:pPr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Check  all check boxes during installation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1A7AB73B-C667-64E8-A1E1-F76D624DFFA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9C0E80E-31A1-840E-37DE-D354E94A62C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74FCC8D-5613-0E22-44FF-9403B65886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08795" y="2386584"/>
            <a:ext cx="4787205" cy="2798291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09B2E625-09F9-70CC-A7F8-02D8060644F5}"/>
              </a:ext>
            </a:extLst>
          </p:cNvPr>
          <p:cNvSpPr txBox="1">
            <a:spLocks/>
          </p:cNvSpPr>
          <p:nvPr/>
        </p:nvSpPr>
        <p:spPr>
          <a:xfrm>
            <a:off x="7744968" y="2925763"/>
            <a:ext cx="3355848" cy="1325563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base"/>
            <a:r>
              <a:rPr lang="en-US" b="1">
                <a:highlight>
                  <a:srgbClr val="C0C0C0"/>
                </a:highlight>
              </a:rPr>
              <a:t>Once Python is installed on your system, you can:</a:t>
            </a:r>
          </a:p>
          <a:p>
            <a:pPr fontAlgn="base"/>
            <a:r>
              <a:rPr lang="en-US" b="1">
                <a:highlight>
                  <a:srgbClr val="C0C0C0"/>
                </a:highlight>
              </a:rPr>
              <a:t>Write and run Python programs</a:t>
            </a:r>
            <a:endParaRPr lang="en-US" b="1" dirty="0">
              <a:highlight>
                <a:srgbClr val="C0C0C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31446724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168D4-57A5-9A77-BB60-480357B6D0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6317A8-876C-D00A-5479-2A8E2B4A6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 dirty="0"/>
              <a:t>GSCALE full form and date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0F3AD0-AD44-31D3-1B61-F9F1BDB8D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10</a:t>
            </a:fld>
            <a:endParaRPr lang="en-IN" dirty="0"/>
          </a:p>
        </p:txBody>
      </p:sp>
      <p:pic>
        <p:nvPicPr>
          <p:cNvPr id="9" name="Picture 8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B152875-A96D-A7E7-E860-161EBC0C5C6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DCF63E80-554D-CF99-7ABF-31FCC5721C5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B1F6DC5-AEF5-05DF-F993-571EA7B29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302" y="746487"/>
            <a:ext cx="6573617" cy="891473"/>
          </a:xfrm>
        </p:spPr>
        <p:txBody>
          <a:bodyPr>
            <a:normAutofit/>
          </a:bodyPr>
          <a:lstStyle/>
          <a:p>
            <a:r>
              <a:rPr lang="en-IN" dirty="0"/>
              <a:t>Python Syntax</a:t>
            </a:r>
            <a:endParaRPr lang="en-US" dirty="0">
              <a:latin typeface="Cambria" panose="020405030504060302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741A8F-9BF5-299F-8FE9-39935DDB47FE}"/>
              </a:ext>
            </a:extLst>
          </p:cNvPr>
          <p:cNvSpPr txBox="1"/>
          <p:nvPr/>
        </p:nvSpPr>
        <p:spPr>
          <a:xfrm>
            <a:off x="1098007" y="1866989"/>
            <a:ext cx="966055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/>
            <a:r>
              <a:rPr lang="en-US" sz="2800" dirty="0">
                <a:latin typeface="Cambria" panose="02040503050406030204" pitchFamily="18" charset="0"/>
              </a:rPr>
              <a:t>Syntax = rules that define how Python code is written</a:t>
            </a:r>
          </a:p>
          <a:p>
            <a:pPr lvl="1"/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• </a:t>
            </a:r>
            <a:r>
              <a:rPr lang="en-US" sz="2800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</a:rPr>
              <a:t>Python is case-sensitive</a:t>
            </a:r>
            <a:r>
              <a:rPr lang="en-US" sz="2800" dirty="0">
                <a:latin typeface="Cambria" panose="02040503050406030204" pitchFamily="18" charset="0"/>
              </a:rPr>
              <a:t>, Var is different from var/</a:t>
            </a:r>
            <a:r>
              <a:rPr lang="en-US" sz="2800" dirty="0" err="1">
                <a:latin typeface="Cambria" panose="02040503050406030204" pitchFamily="18" charset="0"/>
              </a:rPr>
              <a:t>vAr</a:t>
            </a:r>
            <a:endParaRPr lang="en-US" sz="2800" dirty="0">
              <a:latin typeface="Cambria" panose="02040503050406030204" pitchFamily="18" charset="0"/>
            </a:endParaRP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• Uses indentation instead of braces {}</a:t>
            </a:r>
          </a:p>
          <a:p>
            <a:pPr lvl="1"/>
            <a:r>
              <a:rPr lang="en-US" sz="2800" dirty="0">
                <a:latin typeface="Cambria" panose="02040503050406030204" pitchFamily="18" charset="0"/>
              </a:rPr>
              <a:t>• Simple and readable structure</a:t>
            </a:r>
          </a:p>
        </p:txBody>
      </p:sp>
    </p:spTree>
    <p:extLst>
      <p:ext uri="{BB962C8B-B14F-4D97-AF65-F5344CB8AC3E}">
        <p14:creationId xmlns:p14="http://schemas.microsoft.com/office/powerpoint/2010/main" val="4157357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48B185-67ED-2672-E03A-3BC314D1A8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D62AD4-3CA4-AFB2-D512-AD53838DE0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Statements</a:t>
            </a:r>
            <a:r>
              <a:rPr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F0B670-3548-CB3D-DA47-2BB0A0C61E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713923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A </a:t>
            </a:r>
            <a:r>
              <a:rPr lang="en-US" b="1" dirty="0"/>
              <a:t>computer program</a:t>
            </a:r>
            <a:r>
              <a:rPr lang="en-US" dirty="0"/>
              <a:t> is a list of "instructions" to be "executed" by a computer.</a:t>
            </a:r>
          </a:p>
          <a:p>
            <a:r>
              <a:rPr lang="en-US" dirty="0"/>
              <a:t>In a programming language, these programming instructions are called </a:t>
            </a:r>
            <a:r>
              <a:rPr lang="en-US" b="1" dirty="0"/>
              <a:t>statements</a:t>
            </a:r>
            <a:r>
              <a:rPr lang="en-US" dirty="0"/>
              <a:t>.</a:t>
            </a:r>
          </a:p>
          <a:p>
            <a:r>
              <a:rPr lang="en-US" dirty="0"/>
              <a:t>Example</a:t>
            </a:r>
          </a:p>
          <a:p>
            <a:pPr marL="0" indent="0">
              <a:buNone/>
            </a:pPr>
            <a:r>
              <a:rPr lang="en-US" dirty="0"/>
              <a:t>    print("Python is fun!")</a:t>
            </a:r>
          </a:p>
          <a:p>
            <a:pPr marL="0" indent="0">
              <a:buNone/>
            </a:pPr>
            <a:endParaRPr lang="en-IN" dirty="0"/>
          </a:p>
          <a:p>
            <a:r>
              <a:rPr lang="en-US" dirty="0"/>
              <a:t>In Python, a statement usually ends when the line ends. You do </a:t>
            </a:r>
            <a:r>
              <a:rPr lang="en-US" i="1" dirty="0"/>
              <a:t>not</a:t>
            </a:r>
            <a:r>
              <a:rPr lang="en-US" dirty="0"/>
              <a:t> need to use a semicolon (;) like in many other programming languages (for example, Java or C).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Many Statements</a:t>
            </a:r>
          </a:p>
          <a:p>
            <a:r>
              <a:rPr lang="en-US" dirty="0"/>
              <a:t>Most Python programs contain many statements.</a:t>
            </a:r>
          </a:p>
          <a:p>
            <a:r>
              <a:rPr lang="en-US" dirty="0"/>
              <a:t>The statements are executed one by one, in the same order as they are written:</a:t>
            </a:r>
          </a:p>
          <a:p>
            <a:pPr marL="0" indent="0">
              <a:buNone/>
            </a:pPr>
            <a:r>
              <a:rPr lang="en-US" dirty="0"/>
              <a:t>Example</a:t>
            </a:r>
          </a:p>
          <a:p>
            <a:r>
              <a:rPr lang="en-US" dirty="0"/>
              <a:t>print("Hello World!")</a:t>
            </a:r>
            <a:br>
              <a:rPr lang="en-US" dirty="0"/>
            </a:br>
            <a:r>
              <a:rPr lang="en-US" dirty="0"/>
              <a:t>print("Have a good day.")</a:t>
            </a:r>
            <a:br>
              <a:rPr lang="en-US" dirty="0"/>
            </a:br>
            <a:r>
              <a:rPr lang="en-US" dirty="0"/>
              <a:t>print("Learning Python is fun!")</a:t>
            </a:r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4CC7C423-7843-2543-3C7A-3776916BAE2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4CFF87E-862F-00FD-47AB-5A6101DD62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89064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DBF9B-D83F-84F3-9268-9FAA8926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C62A8-6E1B-4C40-6865-87DE6B8F3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Statements</a:t>
            </a:r>
            <a:r>
              <a:rPr dirty="0"/>
              <a:t> in Python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D26D36-B5A9-F16A-A9E6-4C5C9B3A79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3040"/>
            <a:ext cx="10515600" cy="4965192"/>
          </a:xfrm>
        </p:spPr>
        <p:txBody>
          <a:bodyPr>
            <a:normAutofit fontScale="92500"/>
          </a:bodyPr>
          <a:lstStyle/>
          <a:p>
            <a:r>
              <a:rPr lang="en-US" dirty="0"/>
              <a:t>Semicolons (Optional, Rarely Used)</a:t>
            </a:r>
          </a:p>
          <a:p>
            <a:pPr marL="457200" lvl="1" indent="0">
              <a:buNone/>
            </a:pPr>
            <a:r>
              <a:rPr lang="en-US" dirty="0"/>
              <a:t>Semicolons are optional in Python. You can write multiple statements on one line by separating them with ; but this is rarely used because it makes it hard to read: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/>
              <a:t>Example</a:t>
            </a:r>
          </a:p>
          <a:p>
            <a:pPr marL="457200" lvl="1" indent="0">
              <a:buNone/>
            </a:pPr>
            <a:r>
              <a:rPr lang="en-US" dirty="0"/>
              <a:t>print("Hello"); print("How are you?"); print("Bye bye!")</a:t>
            </a:r>
          </a:p>
          <a:p>
            <a:pPr marL="457200" lvl="1" indent="0">
              <a:buNone/>
            </a:pPr>
            <a:endParaRPr lang="en-US" dirty="0"/>
          </a:p>
          <a:p>
            <a:r>
              <a:rPr lang="en-US" sz="2400" dirty="0"/>
              <a:t>However, if you put two statements on the same line without a separator (newline or ;), Python will give an error:</a:t>
            </a:r>
          </a:p>
          <a:p>
            <a:pPr marL="457200" lvl="1" indent="0">
              <a:buNone/>
            </a:pPr>
            <a:r>
              <a:rPr lang="en-US" sz="2000" dirty="0"/>
              <a:t>Example</a:t>
            </a:r>
          </a:p>
          <a:p>
            <a:pPr marL="457200" lvl="1" indent="0">
              <a:buNone/>
            </a:pPr>
            <a:r>
              <a:rPr lang="en-US" sz="2000" dirty="0"/>
              <a:t>print("Python is fun!") print("Really!")</a:t>
            </a:r>
          </a:p>
          <a:p>
            <a:pPr marL="457200" lvl="1" indent="0">
              <a:buNone/>
            </a:pPr>
            <a:endParaRPr lang="en-US" sz="2000" dirty="0"/>
          </a:p>
          <a:p>
            <a:pPr marL="457200" lvl="1" indent="0">
              <a:buNone/>
            </a:pPr>
            <a:r>
              <a:rPr lang="en-US" sz="2000" dirty="0"/>
              <a:t>Result:</a:t>
            </a:r>
          </a:p>
          <a:p>
            <a:pPr marL="457200" lvl="1" indent="0">
              <a:buNone/>
            </a:pPr>
            <a:r>
              <a:rPr lang="en-US" sz="2000" dirty="0" err="1"/>
              <a:t>SyntaxError</a:t>
            </a:r>
            <a:r>
              <a:rPr lang="en-US" sz="2000" dirty="0"/>
              <a:t>: invalid syntax</a:t>
            </a:r>
          </a:p>
          <a:p>
            <a:endParaRPr lang="en-US" dirty="0"/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7CE24D6-B2C2-F528-3142-8AE3A91A6E1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656D9E3-F257-BEFC-F932-0357312E12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06772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Indentation in 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Indentation refers to the spaces (</a:t>
            </a:r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most common use is four, but it has to be at least one)</a:t>
            </a:r>
            <a:r>
              <a:rPr lang="en-US" dirty="0"/>
              <a:t> at the beginning of a code line. </a:t>
            </a:r>
          </a:p>
          <a:p>
            <a:r>
              <a:rPr dirty="0"/>
              <a:t>Indentation shows blocks of code</a:t>
            </a:r>
            <a:endParaRPr lang="en-IN" dirty="0"/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Example: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if 5 &gt; 2:</a:t>
            </a:r>
          </a:p>
          <a:p>
            <a:pPr marL="0" indent="0">
              <a:buNone/>
            </a:pPr>
            <a:r>
              <a:rPr dirty="0"/>
              <a:t>    print('Five is greater than two')</a:t>
            </a:r>
          </a:p>
          <a:p>
            <a:pPr marL="0" indent="0">
              <a:buNone/>
            </a:pPr>
            <a:endParaRPr dirty="0"/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05C27AA-8CEB-1171-F7F0-9A1DA88C65F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ABA1B9D-8957-C8BB-9D9A-37BAC931F9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48758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99586E-1C3D-5B86-B6F3-4D75962EE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EAA582-FF3B-FB65-597C-83C157A09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Indentation in Python</a:t>
            </a: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583B030E-34B7-703B-8FE5-24F86AD7279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6B7AAC7-CDBF-9F06-D750-6F3DA252C8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8CF6B83-9E5E-0616-0025-91BEE017CD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519" y="1808612"/>
            <a:ext cx="4731724" cy="1620388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1020089-A314-5DD7-A016-2B167A0183F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5519" y="3946103"/>
            <a:ext cx="5917577" cy="1635677"/>
          </a:xfrm>
          <a:prstGeom prst="rect">
            <a:avLst/>
          </a:prstGeom>
          <a:ln w="3175">
            <a:solidFill>
              <a:schemeClr val="tx1"/>
            </a:solidFill>
          </a:ln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BD04AAC-CB77-AC32-67FA-261C8467A2D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30511" y="1580846"/>
            <a:ext cx="5779008" cy="1848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1430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FB0B55-0E59-EA18-BC55-6BF2F5C027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CBA4AF-0F08-E2B3-0FAD-DFC7528B7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First </a:t>
            </a:r>
            <a:r>
              <a:rPr dirty="0"/>
              <a:t>Python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FF4A72-7D0A-02AB-AD8E-3A16C1C87B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Example:</a:t>
            </a:r>
          </a:p>
          <a:p>
            <a:pPr marL="0" indent="0">
              <a:buNone/>
            </a:pPr>
            <a:r>
              <a:rPr b="1" dirty="0">
                <a:solidFill>
                  <a:schemeClr val="accent2">
                    <a:lumMod val="75000"/>
                  </a:schemeClr>
                </a:solidFill>
              </a:rPr>
              <a:t>print('Hello, World!')</a:t>
            </a:r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dirty="0"/>
              <a:t>Key points:</a:t>
            </a:r>
            <a:endParaRPr lang="en-IN" dirty="0"/>
          </a:p>
          <a:p>
            <a:r>
              <a:rPr lang="en-IN" dirty="0"/>
              <a:t>Save it as </a:t>
            </a:r>
            <a:r>
              <a:rPr lang="en-IN" b="1" dirty="0">
                <a:solidFill>
                  <a:schemeClr val="accent2">
                    <a:lumMod val="75000"/>
                  </a:schemeClr>
                </a:solidFill>
              </a:rPr>
              <a:t>P1.py                           </a:t>
            </a:r>
            <a:r>
              <a:rPr lang="en-IN" dirty="0">
                <a:solidFill>
                  <a:schemeClr val="accent2">
                    <a:lumMod val="75000"/>
                  </a:schemeClr>
                </a:solidFill>
              </a:rPr>
              <a:t>(filename.py)</a:t>
            </a:r>
            <a:endParaRPr b="1" dirty="0">
              <a:solidFill>
                <a:schemeClr val="accent2">
                  <a:lumMod val="75000"/>
                </a:schemeClr>
              </a:solidFill>
            </a:endParaRPr>
          </a:p>
          <a:p>
            <a:pPr marL="0" indent="0">
              <a:buNone/>
            </a:pPr>
            <a:r>
              <a:rPr dirty="0"/>
              <a:t>• print() is a function</a:t>
            </a:r>
          </a:p>
          <a:p>
            <a:pPr marL="0" indent="0">
              <a:buNone/>
            </a:pPr>
            <a:r>
              <a:rPr dirty="0"/>
              <a:t>• Text (string) is written inside quotes</a:t>
            </a: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52E589B-D7C5-267A-ECCF-FB0251BBDD91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701B871-3980-30D6-8BEB-DF7FF9A404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60362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B3169F-344A-9BD9-DE08-8A59578A0A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6B332A-B208-7B9F-321C-9088B3411F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Updated First </a:t>
            </a:r>
            <a:r>
              <a:rPr dirty="0"/>
              <a:t>Python Program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81C572-7674-39AD-F1FD-B17A8CAE8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Example:</a:t>
            </a:r>
            <a:endParaRPr lang="en-IN" dirty="0"/>
          </a:p>
          <a:p>
            <a:pPr marL="0" indent="0">
              <a:buNone/>
            </a:pPr>
            <a:endParaRPr dirty="0"/>
          </a:p>
          <a:p>
            <a:pPr marL="0" indent="0">
              <a:buNone/>
            </a:pPr>
            <a:r>
              <a:rPr lang="en-US" dirty="0"/>
              <a:t>print ("hello world")</a:t>
            </a:r>
          </a:p>
          <a:p>
            <a:pPr marL="0" indent="0">
              <a:buNone/>
            </a:pPr>
            <a:r>
              <a:rPr lang="en-US" dirty="0"/>
              <a:t>print ("hello", "world")</a:t>
            </a:r>
          </a:p>
          <a:p>
            <a:pPr marL="0" indent="0">
              <a:buNone/>
            </a:pPr>
            <a:r>
              <a:rPr lang="en-US" dirty="0"/>
              <a:t>print("hello")</a:t>
            </a:r>
          </a:p>
          <a:p>
            <a:pPr marL="0" indent="0">
              <a:buNone/>
            </a:pPr>
            <a:r>
              <a:rPr lang="en-US" dirty="0"/>
              <a:t>print("world")</a:t>
            </a:r>
          </a:p>
          <a:p>
            <a:pPr marL="0" indent="0">
              <a:buNone/>
            </a:pPr>
            <a:r>
              <a:rPr lang="en-US" dirty="0"/>
              <a:t>print(23)</a:t>
            </a:r>
          </a:p>
          <a:p>
            <a:pPr marL="0" indent="0">
              <a:buNone/>
            </a:pPr>
            <a:r>
              <a:rPr lang="en-US" dirty="0"/>
              <a:t>print(23+35)</a:t>
            </a: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0815CB68-4867-1310-C9E4-19DA651DB0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60222AB-75E5-A315-CF33-0CB950BF8A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0C5A6E-577F-C31D-243A-6D9DED9A56D4}"/>
              </a:ext>
            </a:extLst>
          </p:cNvPr>
          <p:cNvSpPr txBox="1"/>
          <p:nvPr/>
        </p:nvSpPr>
        <p:spPr>
          <a:xfrm>
            <a:off x="8213598" y="2899309"/>
            <a:ext cx="2055114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highlight>
                  <a:srgbClr val="FFFF00"/>
                </a:highlight>
              </a:rPr>
              <a:t>hello world</a:t>
            </a:r>
          </a:p>
          <a:p>
            <a:r>
              <a:rPr lang="en-IN" dirty="0">
                <a:highlight>
                  <a:srgbClr val="FFFF00"/>
                </a:highlight>
              </a:rPr>
              <a:t>hello world</a:t>
            </a:r>
          </a:p>
          <a:p>
            <a:r>
              <a:rPr lang="en-IN" dirty="0">
                <a:highlight>
                  <a:srgbClr val="FFFF00"/>
                </a:highlight>
              </a:rPr>
              <a:t>hello</a:t>
            </a:r>
          </a:p>
          <a:p>
            <a:r>
              <a:rPr lang="en-IN" dirty="0">
                <a:highlight>
                  <a:srgbClr val="FFFF00"/>
                </a:highlight>
              </a:rPr>
              <a:t>world</a:t>
            </a:r>
          </a:p>
          <a:p>
            <a:r>
              <a:rPr lang="en-IN" dirty="0">
                <a:highlight>
                  <a:srgbClr val="FFFF00"/>
                </a:highlight>
              </a:rPr>
              <a:t>23</a:t>
            </a:r>
          </a:p>
          <a:p>
            <a:r>
              <a:rPr lang="en-IN" dirty="0">
                <a:highlight>
                  <a:srgbClr val="FFFF00"/>
                </a:highlight>
              </a:rPr>
              <a:t>58</a:t>
            </a:r>
          </a:p>
        </p:txBody>
      </p:sp>
    </p:spTree>
    <p:extLst>
      <p:ext uri="{BB962C8B-B14F-4D97-AF65-F5344CB8AC3E}">
        <p14:creationId xmlns:p14="http://schemas.microsoft.com/office/powerpoint/2010/main" val="1306766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Running Python Programs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Method 1: Using IDLE → Run Module (F5)</a:t>
            </a:r>
          </a:p>
          <a:p>
            <a:r>
              <a:rPr dirty="0"/>
              <a:t>Method 2: </a:t>
            </a:r>
            <a:r>
              <a:rPr lang="en-IN" dirty="0"/>
              <a:t>VS Code → click Run </a:t>
            </a:r>
          </a:p>
          <a:p>
            <a:r>
              <a:rPr dirty="0"/>
              <a:t>Method 3: Online compilers</a:t>
            </a:r>
          </a:p>
          <a:p>
            <a:endParaRPr dirty="0"/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9A0DEAE3-B54A-14D1-E353-AF945FE165C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2F1E7A3C-1095-2751-1177-0A44AAFC7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650844" cy="51697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1352" y="571233"/>
            <a:ext cx="10515600" cy="1325563"/>
          </a:xfrm>
        </p:spPr>
        <p:txBody>
          <a:bodyPr/>
          <a:lstStyle/>
          <a:p>
            <a:r>
              <a:rPr dirty="0"/>
              <a:t>Common Syntax Errors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Missing colon</a:t>
            </a:r>
          </a:p>
          <a:p>
            <a:pPr marL="0" indent="0">
              <a:buNone/>
            </a:pPr>
            <a:r>
              <a:rPr dirty="0"/>
              <a:t>• Wrong indentation</a:t>
            </a:r>
          </a:p>
          <a:p>
            <a:pPr marL="0" indent="0">
              <a:buNone/>
            </a:pPr>
            <a:r>
              <a:rPr dirty="0"/>
              <a:t>• Misspelled keywords</a:t>
            </a:r>
          </a:p>
          <a:p>
            <a:pPr marL="0" indent="0">
              <a:buNone/>
            </a:pPr>
            <a:r>
              <a:rPr dirty="0"/>
              <a:t>• Missing quotes</a:t>
            </a:r>
          </a:p>
        </p:txBody>
      </p:sp>
      <p:pic>
        <p:nvPicPr>
          <p:cNvPr id="4" name="Picture 3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88424CD8-9D3A-A08F-2ADF-BB87C918A27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5D8FD7A-4B7D-D172-72BC-C33A66C56A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4586958-1DB9-1CC5-53F8-FFDE8D575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FBC34C4-937D-0155-8F30-D6ACD001C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19</a:t>
            </a:fld>
            <a:endParaRPr lang="en-IN"/>
          </a:p>
        </p:txBody>
      </p:sp>
      <p:pic>
        <p:nvPicPr>
          <p:cNvPr id="10" name="Picture 9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64174061-BF99-492B-2C4A-23874DE9155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44D92CE-8282-0BEE-C5B9-AD12742F2CF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2415165" cy="47101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795DA06-A750-6656-9D1E-B28C422D52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0664" y="541915"/>
            <a:ext cx="10017902" cy="1019141"/>
          </a:xfrm>
        </p:spPr>
        <p:txBody>
          <a:bodyPr anchor="ctr">
            <a:normAutofit/>
          </a:bodyPr>
          <a:lstStyle/>
          <a:p>
            <a:r>
              <a:rPr lang="en-IN" sz="3200" b="1" dirty="0">
                <a:latin typeface="Georgia" panose="02040502050405020303" pitchFamily="18" charset="0"/>
              </a:rPr>
              <a:t>Learning Activity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ADB433A-1A25-E97B-6ED1-98B2CB5E3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2796" y="1719372"/>
            <a:ext cx="10691004" cy="435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96593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6D6C3-A674-59D3-A8BC-357852E8E2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B926BB1-7AD6-8021-DDCF-FB07E3BCC4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21E89E-1E32-34DE-34F5-94A5CF823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20</a:t>
            </a:fld>
            <a:endParaRPr lang="en-IN"/>
          </a:p>
        </p:txBody>
      </p:sp>
      <p:sp>
        <p:nvSpPr>
          <p:cNvPr id="4" name="AutoShape 2" descr="Lightbox">
            <a:extLst>
              <a:ext uri="{FF2B5EF4-FFF2-40B4-BE49-F238E27FC236}">
                <a16:creationId xmlns:a16="http://schemas.microsoft.com/office/drawing/2014/main" id="{1A2DBABD-F2AA-9052-3BA9-9352396DFD3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Picture 5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A33215CE-B8C7-EB3C-1952-2745814BB8D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91744"/>
            <a:ext cx="874732" cy="8747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A93B22-5D59-99B5-7E67-B7CA9FA70ED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5AD7E71-7585-0C2D-7D9B-7B7C028941A6}"/>
              </a:ext>
            </a:extLst>
          </p:cNvPr>
          <p:cNvSpPr txBox="1"/>
          <p:nvPr/>
        </p:nvSpPr>
        <p:spPr>
          <a:xfrm>
            <a:off x="1149066" y="1900281"/>
            <a:ext cx="1020473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Cambria" panose="02040503050406030204" pitchFamily="18" charset="0"/>
              </a:rPr>
              <a:t>Syntax = rules that define how Python code is written</a:t>
            </a:r>
          </a:p>
          <a:p>
            <a:endParaRPr lang="en-I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 computer program is a list of "instructions" to be "executed" by a computer. In a programming language, these programming instructions are called statements.</a:t>
            </a:r>
          </a:p>
          <a:p>
            <a:endParaRPr lang="en-IN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Indentation refers to the spaces (most common use is four, but it has to be at least one) at the beginning of a code line. Indentation shows blocks of code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Install Python and VS code.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IN" sz="2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CF67AD5-BBE2-3CC5-4435-B05C6F4A961B}"/>
              </a:ext>
            </a:extLst>
          </p:cNvPr>
          <p:cNvSpPr txBox="1"/>
          <p:nvPr/>
        </p:nvSpPr>
        <p:spPr>
          <a:xfrm>
            <a:off x="979135" y="1221830"/>
            <a:ext cx="876367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200" b="1" dirty="0"/>
              <a:t>Summary of Key Points</a:t>
            </a:r>
          </a:p>
        </p:txBody>
      </p:sp>
    </p:spTree>
    <p:extLst>
      <p:ext uri="{BB962C8B-B14F-4D97-AF65-F5344CB8AC3E}">
        <p14:creationId xmlns:p14="http://schemas.microsoft.com/office/powerpoint/2010/main" val="329050563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C8EF4F-6060-143D-E2D3-D39BCB3ADD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9165" y="749508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 b="1" dirty="0"/>
              <a:t>Attainment of LOs in alignment to the learning activities:</a:t>
            </a:r>
            <a:r>
              <a:rPr lang="en-IN" sz="4000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outcomes (1-2)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64536A4-797C-628B-1B91-D2B0AFAF7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5C8336F-1062-6386-8BEE-9A71FD367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21</a:t>
            </a:fld>
            <a:endParaRPr lang="en-IN"/>
          </a:p>
        </p:txBody>
      </p:sp>
      <p:graphicFrame>
        <p:nvGraphicFramePr>
          <p:cNvPr id="6" name="Title 1">
            <a:extLst>
              <a:ext uri="{FF2B5EF4-FFF2-40B4-BE49-F238E27FC236}">
                <a16:creationId xmlns:a16="http://schemas.microsoft.com/office/drawing/2014/main" id="{FBB5840F-85BE-5580-FDC6-C72FB2C1E29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35394283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E29D7986-4818-A798-4420-A7D3A24FA083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28D1CBC-4D12-D9B9-CD23-7747F5D3D73F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CCAD0951-9919-D33D-FADE-7812BA0F0814}"/>
              </a:ext>
            </a:extLst>
          </p:cNvPr>
          <p:cNvGrpSpPr/>
          <p:nvPr/>
        </p:nvGrpSpPr>
        <p:grpSpPr>
          <a:xfrm>
            <a:off x="644057" y="2325954"/>
            <a:ext cx="9288654" cy="1660232"/>
            <a:chOff x="0" y="0"/>
            <a:chExt cx="9288654" cy="166023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200F84C2-FB1F-03C2-1643-5C6026133769}"/>
                </a:ext>
              </a:extLst>
            </p:cNvPr>
            <p:cNvSpPr/>
            <p:nvPr/>
          </p:nvSpPr>
          <p:spPr>
            <a:xfrm>
              <a:off x="0" y="0"/>
              <a:ext cx="9288654" cy="166023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6" name="Rectangle: Rounded Corners 4">
              <a:extLst>
                <a:ext uri="{FF2B5EF4-FFF2-40B4-BE49-F238E27FC236}">
                  <a16:creationId xmlns:a16="http://schemas.microsoft.com/office/drawing/2014/main" id="{E928B14A-4A87-8782-6153-4D03A6D95D85}"/>
                </a:ext>
              </a:extLst>
            </p:cNvPr>
            <p:cNvSpPr txBox="1"/>
            <p:nvPr/>
          </p:nvSpPr>
          <p:spPr>
            <a:xfrm>
              <a:off x="48627" y="48627"/>
              <a:ext cx="7572674" cy="15629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3830" tIns="163830" rIns="163830" bIns="163830" numCol="1" spcCol="1270" anchor="ctr" anchorCtr="0">
              <a:noAutofit/>
            </a:bodyPr>
            <a:lstStyle/>
            <a:p>
              <a:pPr marL="0" lvl="0" indent="0" algn="l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4300" kern="1200" dirty="0"/>
                <a:t>Understand basic Python syntax rules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55CDE10D-EE59-B2CC-CB5D-39FDDF1E846B}"/>
              </a:ext>
            </a:extLst>
          </p:cNvPr>
          <p:cNvGrpSpPr/>
          <p:nvPr/>
        </p:nvGrpSpPr>
        <p:grpSpPr>
          <a:xfrm>
            <a:off x="2283231" y="4355126"/>
            <a:ext cx="9288654" cy="1660232"/>
            <a:chOff x="1639174" y="2029172"/>
            <a:chExt cx="9288654" cy="1660232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CE19EDC2-ED7A-4BE4-4D42-1FF5A376BCB6}"/>
                </a:ext>
              </a:extLst>
            </p:cNvPr>
            <p:cNvSpPr/>
            <p:nvPr/>
          </p:nvSpPr>
          <p:spPr>
            <a:xfrm>
              <a:off x="1639174" y="2029172"/>
              <a:ext cx="9288654" cy="1660232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hueOff val="6443614"/>
                <a:satOff val="-18493"/>
                <a:lumOff val="-29609"/>
                <a:alphaOff val="0"/>
              </a:schemeClr>
            </a:fillRef>
            <a:effectRef idx="0">
              <a:schemeClr val="accent2">
                <a:hueOff val="6443614"/>
                <a:satOff val="-18493"/>
                <a:lumOff val="-29609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14" name="Rectangle: Rounded Corners 6">
              <a:extLst>
                <a:ext uri="{FF2B5EF4-FFF2-40B4-BE49-F238E27FC236}">
                  <a16:creationId xmlns:a16="http://schemas.microsoft.com/office/drawing/2014/main" id="{DC4728C8-191F-D0B0-21FA-8C7B33F31D88}"/>
                </a:ext>
              </a:extLst>
            </p:cNvPr>
            <p:cNvSpPr txBox="1"/>
            <p:nvPr/>
          </p:nvSpPr>
          <p:spPr>
            <a:xfrm>
              <a:off x="1687801" y="2077799"/>
              <a:ext cx="6473075" cy="1562978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163830" tIns="163830" rIns="163830" bIns="163830" numCol="1" spcCol="1270" anchor="ctr" anchorCtr="0">
              <a:noAutofit/>
            </a:bodyPr>
            <a:lstStyle/>
            <a:p>
              <a:pPr marL="0" lvl="0" indent="0" algn="l" defTabSz="191135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Font typeface="+mj-lt"/>
                <a:buNone/>
              </a:pPr>
              <a:r>
                <a:rPr lang="en-US" sz="4300" kern="1200" dirty="0"/>
                <a:t>Write and </a:t>
              </a:r>
              <a:r>
                <a:rPr lang="en-IN" sz="4300" kern="1200" dirty="0"/>
                <a:t>Run Python programs </a:t>
              </a: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6F349417-AB62-02EF-C095-673803006C4D}"/>
              </a:ext>
            </a:extLst>
          </p:cNvPr>
          <p:cNvGrpSpPr/>
          <p:nvPr/>
        </p:nvGrpSpPr>
        <p:grpSpPr>
          <a:xfrm>
            <a:off x="8853560" y="3631081"/>
            <a:ext cx="1079150" cy="1079150"/>
            <a:chOff x="8209503" y="1305127"/>
            <a:chExt cx="1079150" cy="1079150"/>
          </a:xfrm>
        </p:grpSpPr>
        <p:sp>
          <p:nvSpPr>
            <p:cNvPr id="11" name="Arrow: Down 10">
              <a:extLst>
                <a:ext uri="{FF2B5EF4-FFF2-40B4-BE49-F238E27FC236}">
                  <a16:creationId xmlns:a16="http://schemas.microsoft.com/office/drawing/2014/main" id="{86E6A670-3898-7A8A-2E93-4E83962761AC}"/>
                </a:ext>
              </a:extLst>
            </p:cNvPr>
            <p:cNvSpPr/>
            <p:nvPr/>
          </p:nvSpPr>
          <p:spPr>
            <a:xfrm>
              <a:off x="8209503" y="1305127"/>
              <a:ext cx="1079150" cy="1079150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2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lnRef>
            <a:fillRef idx="1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2">
                <a:tint val="40000"/>
                <a:alpha val="9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</p:sp>
        <p:sp>
          <p:nvSpPr>
            <p:cNvPr id="12" name="Arrow: Down 8">
              <a:extLst>
                <a:ext uri="{FF2B5EF4-FFF2-40B4-BE49-F238E27FC236}">
                  <a16:creationId xmlns:a16="http://schemas.microsoft.com/office/drawing/2014/main" id="{691D8589-19B6-0870-AB28-2376B84A1EA3}"/>
                </a:ext>
              </a:extLst>
            </p:cNvPr>
            <p:cNvSpPr txBox="1"/>
            <p:nvPr/>
          </p:nvSpPr>
          <p:spPr>
            <a:xfrm>
              <a:off x="8452312" y="1305127"/>
              <a:ext cx="593532" cy="8120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45720" tIns="45720" rIns="45720" bIns="45720" numCol="1" spcCol="1270" anchor="ctr" anchorCtr="0">
              <a:noAutofit/>
            </a:bodyPr>
            <a:lstStyle/>
            <a:p>
              <a:pPr marL="0" lvl="0" indent="0" algn="ctr" defTabSz="16002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US" sz="3600" kern="1200"/>
            </a:p>
          </p:txBody>
        </p:sp>
      </p:grpSp>
    </p:spTree>
    <p:extLst>
      <p:ext uri="{BB962C8B-B14F-4D97-AF65-F5344CB8AC3E}">
        <p14:creationId xmlns:p14="http://schemas.microsoft.com/office/powerpoint/2010/main" val="38740974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DE995B-751B-0A32-5A21-E7C3B8B54B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149" y="1840043"/>
            <a:ext cx="9818849" cy="1588957"/>
          </a:xfrm>
        </p:spPr>
        <p:txBody>
          <a:bodyPr>
            <a:noAutofit/>
          </a:bodyPr>
          <a:lstStyle/>
          <a:p>
            <a:r>
              <a:rPr lang="en-IN" sz="5400" dirty="0">
                <a:latin typeface="Georgia" panose="02040502050405020303" pitchFamily="18" charset="0"/>
              </a:rPr>
              <a:t>Information about the next lesson</a:t>
            </a:r>
            <a:endParaRPr lang="en-IN" sz="2000" dirty="0">
              <a:latin typeface="Georgia" panose="02040502050405020303" pitchFamily="18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40086-9969-C241-AB60-108D142D9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F65707-3814-3027-565A-48A3BE9C3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22</a:t>
            </a:fld>
            <a:endParaRPr lang="en-IN"/>
          </a:p>
        </p:txBody>
      </p:sp>
      <p:pic>
        <p:nvPicPr>
          <p:cNvPr id="7" name="Picture 6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C592EB9A-7F96-10B0-43BD-B1F95C6FBE3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5D834257-EC96-D536-3BBD-72E7CFA642C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3099816" y="3982958"/>
            <a:ext cx="8110728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b="1" dirty="0"/>
              <a:t>Keywords, Identifiers, Variables, and Data Types</a:t>
            </a:r>
          </a:p>
        </p:txBody>
      </p:sp>
    </p:spTree>
    <p:extLst>
      <p:ext uri="{BB962C8B-B14F-4D97-AF65-F5344CB8AC3E}">
        <p14:creationId xmlns:p14="http://schemas.microsoft.com/office/powerpoint/2010/main" val="50422432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FB49D5-5A14-2BEC-3499-D6864FF742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06AAFE-4113-97E4-34C4-18F6BEDEAE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23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2D872DDF-4447-626A-EA2D-F25500CB53B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DEA843D-98A8-0F4E-0617-582CE9651D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sp>
        <p:nvSpPr>
          <p:cNvPr id="10" name="Title 1">
            <a:extLst>
              <a:ext uri="{FF2B5EF4-FFF2-40B4-BE49-F238E27FC236}">
                <a16:creationId xmlns:a16="http://schemas.microsoft.com/office/drawing/2014/main" id="{09F8D9EE-7594-DF88-3F17-2DCD54CBE8A1}"/>
              </a:ext>
            </a:extLst>
          </p:cNvPr>
          <p:cNvSpPr txBox="1">
            <a:spLocks/>
          </p:cNvSpPr>
          <p:nvPr/>
        </p:nvSpPr>
        <p:spPr>
          <a:xfrm>
            <a:off x="6483538" y="2264491"/>
            <a:ext cx="4805996" cy="129711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4000">
                <a:latin typeface="Times New Roman" panose="02020603050405020304" pitchFamily="18" charset="0"/>
                <a:cs typeface="Times New Roman" panose="02020603050405020304" pitchFamily="18" charset="0"/>
              </a:rPr>
              <a:t>Review and Reflection from students</a:t>
            </a:r>
            <a:endParaRPr 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80FEA6E-9E29-481E-F634-DE9134A5346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20468" y="2554231"/>
            <a:ext cx="3035411" cy="3021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1638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B61BB98-E7B0-B906-6D33-968B13C6E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8B4A8-08EC-CC0F-6F6B-9460C9D0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562121-94AA-46DF-99ED-064DAA8BFD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24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FA906610-355E-B162-4F31-9B910D2B039A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3335489-AC15-96F5-0CF2-29755950F2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C609EC9-03A0-BA0C-1ACB-976628EA4A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6786" y="246122"/>
            <a:ext cx="3238524" cy="6238921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677C24F-28ED-0C31-26F7-F87FFC973E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048" y="376976"/>
            <a:ext cx="3876703" cy="4514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53077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2AEFA4-72A1-615B-1D7C-DA10D7A8CA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97FDA-4D3C-F260-A132-54EE846DA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5AC68BA-79C8-1BF6-2650-89115CCBA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25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7E665E36-EF74-2F45-031D-0AC634157603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F0756E-2688-9B09-3F1A-ED642BCE28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577C412-8009-A370-F821-7AFDD78F11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444" y="299986"/>
            <a:ext cx="3101973" cy="59116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EAB93671-D63B-C510-5074-A015118EF3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49784" y="361995"/>
            <a:ext cx="3014966" cy="584961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62D0CBF-D3BD-5DB7-7885-D7C8D92B6EA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7906" y="361995"/>
            <a:ext cx="1866914" cy="2762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05553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9EC95-612C-F375-5DB9-4B7C692A7A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841048-562C-2098-61A8-EAE41DB2C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Galgotias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BDCD22-04A0-365A-609D-CA73F211CF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6510230-8DD5-4BA5-AB2D-CA30FC08F9D7}" type="slidenum">
              <a:rPr lang="en-IN" smtClean="0"/>
              <a:t>26</a:t>
            </a:fld>
            <a:endParaRPr lang="en-IN"/>
          </a:p>
        </p:txBody>
      </p:sp>
      <p:pic>
        <p:nvPicPr>
          <p:cNvPr id="8" name="Picture 7" descr="A blue circle with text and words&#10;&#10;Description automatically generated">
            <a:extLst>
              <a:ext uri="{FF2B5EF4-FFF2-40B4-BE49-F238E27FC236}">
                <a16:creationId xmlns:a16="http://schemas.microsoft.com/office/drawing/2014/main" id="{DF4411BC-79D3-E83A-DE04-D7D5C9C0560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8566" y="176754"/>
            <a:ext cx="874732" cy="87473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C14C64-BA43-B97C-E16C-9A2FD69D642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932" y="114202"/>
            <a:ext cx="3795634" cy="74023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1A184D6-9E2D-233E-5919-2E702E359E4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9573" b="7208"/>
          <a:stretch/>
        </p:blipFill>
        <p:spPr>
          <a:xfrm rot="21271035">
            <a:off x="3069131" y="1720932"/>
            <a:ext cx="5842860" cy="364210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C85F364-310E-F292-133D-466AF04F63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53316" y="384723"/>
            <a:ext cx="4528521" cy="5249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5346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10964</TotalTime>
  <Words>909</Words>
  <Application>Microsoft Office PowerPoint</Application>
  <PresentationFormat>Widescreen</PresentationFormat>
  <Paragraphs>171</Paragraphs>
  <Slides>26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3" baseType="lpstr">
      <vt:lpstr>Aptos</vt:lpstr>
      <vt:lpstr>Aptos Display</vt:lpstr>
      <vt:lpstr>Arial</vt:lpstr>
      <vt:lpstr>Cambria</vt:lpstr>
      <vt:lpstr>Georgia</vt:lpstr>
      <vt:lpstr>Times New Roman</vt:lpstr>
      <vt:lpstr>Office Theme</vt:lpstr>
      <vt:lpstr>Syntax of Python – Writing and Running Python Programs    Session No.: 3 Course Name:  Python Programming Course Code: - E1UA311C Instructor Name: Pooja Vajpayee Duration: 50 Date of Conduction of Class:   </vt:lpstr>
      <vt:lpstr>Recap</vt:lpstr>
      <vt:lpstr>PowerPoint Presentation</vt:lpstr>
      <vt:lpstr>At the end of this session students will be able to </vt:lpstr>
      <vt:lpstr>Session Outline</vt:lpstr>
      <vt:lpstr>Understanding Programming</vt:lpstr>
      <vt:lpstr>Writing Python Programs</vt:lpstr>
      <vt:lpstr>How to Install Python in Windows</vt:lpstr>
      <vt:lpstr>How to Install VS CODE in Windows</vt:lpstr>
      <vt:lpstr>Python Syntax</vt:lpstr>
      <vt:lpstr>Statements in Python</vt:lpstr>
      <vt:lpstr>Statements in Python</vt:lpstr>
      <vt:lpstr>Indentation in Python</vt:lpstr>
      <vt:lpstr>Indentation in Python</vt:lpstr>
      <vt:lpstr>First Python Program</vt:lpstr>
      <vt:lpstr>Updated First Python Program</vt:lpstr>
      <vt:lpstr>Running Python Programs</vt:lpstr>
      <vt:lpstr>Common Syntax Errors</vt:lpstr>
      <vt:lpstr>Learning Activity </vt:lpstr>
      <vt:lpstr>PowerPoint Presentation</vt:lpstr>
      <vt:lpstr>Attainment of LOs in alignment to the learning activities: outcomes (1-2)</vt:lpstr>
      <vt:lpstr>Information about the next lesson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Data Types, Variables, Expressions and Statements    Session No.: 4 Course Name: Programming in Python Course Code: E1UA304C Instructor Name: Rama Shankar Duration: 50 Date of Conduction of Class:</dc:title>
  <dc:creator>Deepak Gupta</dc:creator>
  <cp:lastModifiedBy>Pooja Vajpayee</cp:lastModifiedBy>
  <cp:revision>99</cp:revision>
  <dcterms:created xsi:type="dcterms:W3CDTF">2024-08-22T06:33:55Z</dcterms:created>
  <dcterms:modified xsi:type="dcterms:W3CDTF">2026-08-21T06:09:24Z</dcterms:modified>
</cp:coreProperties>
</file>