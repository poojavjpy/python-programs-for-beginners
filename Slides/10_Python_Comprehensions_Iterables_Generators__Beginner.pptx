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73" r:id="rId26"/>
    <p:sldId id="285" r:id="rId27"/>
    <p:sldId id="286" r:id="rId28"/>
    <p:sldId id="287" r:id="rId29"/>
    <p:sldId id="288" r:id="rId30"/>
    <p:sldId id="269" r:id="rId31"/>
    <p:sldId id="270" r:id="rId32"/>
    <p:sldId id="271" r:id="rId33"/>
    <p:sldId id="272" r:id="rId3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Python: Iterables, Generators &amp; Comprehensions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Beginner-friendly concepts with simple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Learn how to loop, generate values, and write shorter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Understand what an iterable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Identify iterables and iterators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Create a generator using yield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764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Use list, set and dictionary comprehensions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1. What Is an Iterable?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23071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An iterable is an object we can loop through, one item at a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Common examples: list, tuple, string, dictionary and 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rPr dirty="0"/>
              <a:t>fruits = ['apple', 'mango', 'banana']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rPr dirty="0"/>
              <a:t>for fruit in fruits: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rPr dirty="0"/>
              <a:t>  </a:t>
            </a:r>
            <a:r>
              <a:rPr lang="en-IN" dirty="0"/>
              <a:t>  </a:t>
            </a:r>
            <a:r>
              <a:rPr dirty="0"/>
              <a:t>print(fruit)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Iterable Example: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A string is also iterable.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The for loop visits each character in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word = 'CAT'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for letter in word: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    print(letter)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# Output: C  A  T (on separate lines)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Iterable vs Iterator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Iterable: a collection we can loop 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Iterator: remembers the current position and returns the next item.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Use iter() to create an iterator and next() to read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849624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005072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numbers = [10, 20, 30]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it = iter(numbers)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print(next(it))  # 10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print(next(it))  #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2. What Is a Generator?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A generator produces values one at a time, when needed.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It uses yield instead of return to provide successive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Useful when we do not want to store all values at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Generator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Calling the function creates a generator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Each next() resumes execution until the next yield.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def count_up():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    yield 1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    yield 2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    yield 3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g = count_up()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print(next(g))  # 1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print(next(g))  #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Generator with a for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A for loop automatically asks the generator for each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After the last yield, the generator is exhausted.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def squares(n):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    for x in range(1, n + 1):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        yield x * x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for value in squares(4):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    print(value)  # 1, 4, 9,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3. What Is Comprehension?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Comprehension is a short way to build a collection.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It combines an expression and a for loop in one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Start with list comprehension: [expression for item in iterable].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List Comprehension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Create a list of squares from 1 to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Compare the short form with the ordinary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squares = [x*x for x in range(1, 6)]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print(squares)  # [1, 4, 9, 16, 25]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List Comprehension with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Add an if condition to keep only matching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Here, we keep only even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evens = [x for x in range(1, 11) if x % 2 == 0]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print(evens)  # [2, 4, 6, 8, 10]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Set Comprehension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Curly braces create a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Sets automatically remove duplicate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numbers = [1, 2, 2, 3, 3]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unique_squares = {x*x for x in numbers}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print(unique_squares)  # {1, 4, 9}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Dictionary Comprehension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Create key-value pairs in one expression.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Use a colon between the key and the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square_map = {x: x*x for x in range(1, 4)}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print(square_map)  # {1: 1, 2: 4, 3: 9}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C27C7-DF73-37BC-78C9-1EE771003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C87943C-D3FD-2299-1B15-98746DC188FC}"/>
              </a:ext>
            </a:extLst>
          </p:cNvPr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1E28D-5A98-BF27-DA21-9080AF049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485" y="3187905"/>
            <a:ext cx="3882409" cy="1884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E8E140-9D6E-D64B-3894-4A77923D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830" y="3187905"/>
            <a:ext cx="3458065" cy="1884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2DFE9A-1DF4-3E2B-CAED-94DECE6F8E46}"/>
              </a:ext>
            </a:extLst>
          </p:cNvPr>
          <p:cNvSpPr txBox="1"/>
          <p:nvPr/>
        </p:nvSpPr>
        <p:spPr>
          <a:xfrm>
            <a:off x="1236452" y="-184029"/>
            <a:ext cx="917275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Example: Multiply every number by 10</a:t>
            </a: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rgbClr val="FF0000"/>
                </a:solidFill>
              </a:rPr>
              <a:t>               Using map()                                               Using comprehension  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3486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4883655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Is comprehension a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221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No. Comprehension is Python syntax, not a function.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map() is a built-in Python function.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List comprehension creates a list using an expression.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Generator expression creates a generator using an expression.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2605740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What is map()?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221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Applies a function to each item in an iterable.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Syntax: map(function, iterable)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Returns a lazy map iterator, not a list.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Use list() when you want to see all values as a 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5571806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Example 1 — Squares using map()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329" y="1207586"/>
            <a:ext cx="10741402" cy="2285405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540" tIns="164549" rtlCol="0" anchor="ctr"/>
          <a:lstStyle/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numbers = [1, 2, 3, 4, 5]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squares = list(map(lambda x: x**2, numbers))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print(squares)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745" y="3602691"/>
            <a:ext cx="2769589" cy="415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491"/>
                </a:solidFill>
              </a:defRPr>
            </a:pPr>
            <a:r>
              <a:rPr sz="2099"/>
              <a:t>Output: [1, 4, 9, 16, 25]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4694678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What is list comprehension?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221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A short, readable syntax for creating a new list.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Syntax: [expression for item in iterable]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Can include an if condition for filtering.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Creates the list immediately (eager evaluation).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7102531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Example 2 — Squares using comprehension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329" y="1207586"/>
            <a:ext cx="10741402" cy="2285405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540" tIns="164549" rtlCol="0" anchor="ctr"/>
          <a:lstStyle/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numbers = [1, 2, 3, 4, 5]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squares = [x**2 for x in numbers]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print(squares)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745" y="3602691"/>
            <a:ext cx="2769589" cy="415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491"/>
                </a:solidFill>
              </a:defRPr>
            </a:pPr>
            <a:r>
              <a:rPr sz="2099"/>
              <a:t>Output: [1, 4, 9, 16, 25]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6406752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Same task — Two different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221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map(): list(map(lambda x: x**2, numbers))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Comprehension: [x**2 for x in numbers]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Both produce [1, 4, 9, 16, 25].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map() applies a function; comprehension uses an expression.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6828873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Example 3 — Multiply each number by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5437" y="1299577"/>
            <a:ext cx="10817294" cy="3047897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540" tIns="164549" rtlCol="0" anchor="ctr"/>
          <a:lstStyle/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numbers = [1, 2, 3, 4]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endParaRPr sz="1999" dirty="0"/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# Using map()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a = list(map(lambda x: x * 10, numbers))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endParaRPr sz="1999" dirty="0"/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# Using list comprehension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b = [x * 10 for x in numbers]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print(a)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print(b)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35102" y="5195502"/>
            <a:ext cx="9343422" cy="415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8491"/>
                </a:solidFill>
              </a:defRPr>
            </a:pPr>
            <a:r>
              <a:rPr sz="2099" dirty="0"/>
              <a:t>Output: Both: [10, 20, 30, 40]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6048606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Filtering — Squares of even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162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Goal: keep only even numbers and square them.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Input: [1, 2, 3, 4, 5, 6]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Expected output: [4, 16, 36]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263145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5547766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Filtering using list comprehension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329" y="1207586"/>
            <a:ext cx="10741402" cy="2285405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540" tIns="164549" rtlCol="0" anchor="ctr"/>
          <a:lstStyle/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numbers = [1, 2, 3, 4, 5, 6]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result = [x**2 for x in numbers if x % 2 == 0]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print(result)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746" y="3602691"/>
            <a:ext cx="2237530" cy="415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491"/>
                </a:solidFill>
              </a:defRPr>
            </a:pPr>
            <a:r>
              <a:rPr sz="2099"/>
              <a:t>Output: [4, 16, 36]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7110" y="6445735"/>
            <a:ext cx="34167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5244237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Filtering using map() and filter()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329" y="1207586"/>
            <a:ext cx="10741402" cy="2285405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540" tIns="164549" rtlCol="0" anchor="ctr"/>
          <a:lstStyle/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numbers = [1, 2, 3, 4, 5, 6]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result = list(map(lambda x: x**2,</a:t>
            </a:r>
            <a:r>
              <a:rPr lang="en-US" sz="1999" dirty="0"/>
              <a:t> </a:t>
            </a:r>
            <a:r>
              <a:rPr sz="1999" dirty="0"/>
              <a:t>filter(lambda x: x % 2 == 0, numbers)))</a:t>
            </a:r>
          </a:p>
          <a:p>
            <a:pPr>
              <a:defRPr sz="2000">
                <a:solidFill>
                  <a:srgbClr val="132748"/>
                </a:solidFill>
                <a:latin typeface="Consolas"/>
              </a:defRPr>
            </a:pPr>
            <a:r>
              <a:rPr sz="1999" dirty="0"/>
              <a:t>print(result)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746" y="3602691"/>
            <a:ext cx="2237530" cy="415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8491"/>
                </a:solidFill>
              </a:defRPr>
            </a:pPr>
            <a:r>
              <a:rPr sz="2099"/>
              <a:t>Output: [4, 16, 36]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7110" y="6445735"/>
            <a:ext cx="34167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11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D3CB-790B-88DF-A1BA-9C28FC59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FC2848-B8C8-FA31-AE5F-011572C437F7}"/>
              </a:ext>
            </a:extLst>
          </p:cNvPr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1E2D24-67FC-B3B4-DB3E-1BC1B78E7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771" y="1146491"/>
            <a:ext cx="7974308" cy="477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52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7077338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Key differences — map() vs comprehension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280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map() is a function; list comprehension is syntax.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map() returns an iterator; list comprehension returns a list.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map() evaluates lazily; list comprehension evaluates eagerly.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map() takes a function; comprehension writes the expression directly.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Filtering is usually clearer with comprehension and 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34167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4016592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Memory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162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 dirty="0"/>
              <a:t>• map(): values are computed when requested.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 dirty="0"/>
              <a:t>• List comprehension: computes and stores the complete list.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 dirty="0"/>
              <a:t>• Lazy processing is useful for large data or streams.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34167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4521407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When should we use each?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162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 dirty="0"/>
              <a:t>• Use list comprehension for simple transformations and filtering.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 dirty="0"/>
              <a:t>• Use map() when applying an existing function to each item.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 dirty="0"/>
              <a:t>• Choose clarity and readability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34167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16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205" y="320850"/>
            <a:ext cx="3460559" cy="5537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2748"/>
                </a:solidFill>
              </a:defRPr>
            </a:pPr>
            <a:r>
              <a:rPr sz="2999"/>
              <a:t>Practice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037" y="1207587"/>
            <a:ext cx="10787110" cy="221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1. Double [2, 4, 6] using map().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2. Double [2, 4, 6] using list comprehension.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3. Select odd numbers from [1, 2, 3, 4, 5] using comprehension.</a:t>
            </a:r>
          </a:p>
          <a:p>
            <a:pPr>
              <a:spcAft>
                <a:spcPts val="1999"/>
              </a:spcAft>
              <a:defRPr sz="2200">
                <a:solidFill>
                  <a:srgbClr val="3E4B5E"/>
                </a:solidFill>
              </a:defRPr>
            </a:pPr>
            <a:r>
              <a:rPr sz="2199"/>
              <a:t>• 4. Create a generator expression for cubes of 1 to 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7110" y="6445735"/>
            <a:ext cx="34167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E4B5E"/>
                </a:solidFill>
              </a:defRPr>
            </a:pPr>
            <a:r>
              <a:rPr sz="1200"/>
              <a:t>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Generator Expression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Looks like list comprehension, but uses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Produces items on demand rather than building a list immediately.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63240"/>
            <a:ext cx="10652760" cy="2606040"/>
          </a:xfrm>
          <a:prstGeom prst="rect">
            <a:avLst/>
          </a:prstGeom>
          <a:solidFill>
            <a:srgbClr val="E7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218688"/>
            <a:ext cx="10058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g = (x*x for x in range(1, 4))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print(next(g))  # 1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print(next(g))  # 4</a:t>
            </a:r>
          </a:p>
          <a:p>
            <a:pPr>
              <a:defRPr sz="2000">
                <a:solidFill>
                  <a:srgbClr val="142641"/>
                </a:solidFill>
                <a:latin typeface="Consolas"/>
              </a:defRPr>
            </a:pPr>
            <a:r>
              <a:t>print(list(g))  # [9]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Quick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Iterable: can be looped over (example: a list).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Generator: yields items one by one (example: yield).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Comprehension: concise syntax to build collections.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764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Generator expression: concise syntax for lazy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Practice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Print each character of your name using a for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Write a generator that yields numbers 1 to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Use list comprehension to make cubes of 1 to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764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Use comprehension to select odd numbers from 1 to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641"/>
                </a:solidFill>
              </a:defRPr>
            </a:pPr>
            <a: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Iterable → something you can loop through.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03704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Generator → produces the next value when requested.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00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Comprehension → shorter, readable collection creation.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76472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>
                <a:solidFill>
                  <a:srgbClr val="23303E"/>
                </a:solidFill>
              </a:defRPr>
            </a:pPr>
            <a:r>
              <a:t>• Tip: learn the regular for loop first, then simplify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105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1656</Words>
  <Application>Microsoft Office PowerPoint</Application>
  <PresentationFormat>Custom</PresentationFormat>
  <Paragraphs>213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 Vajpayee</cp:lastModifiedBy>
  <cp:revision>4</cp:revision>
  <dcterms:created xsi:type="dcterms:W3CDTF">2013-01-27T09:14:16Z</dcterms:created>
  <dcterms:modified xsi:type="dcterms:W3CDTF">2026-10-10T05:57:42Z</dcterms:modified>
  <cp:category/>
</cp:coreProperties>
</file>